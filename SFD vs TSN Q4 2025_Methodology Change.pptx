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6"/>
    <p:sldMasterId id="2147483676" r:id="rId7"/>
  </p:sldMasterIdLst>
  <p:notesMasterIdLst>
    <p:notesMasterId r:id="rId17"/>
  </p:notesMasterIdLst>
  <p:sldIdLst>
    <p:sldId id="5783" r:id="rId8"/>
    <p:sldId id="2147483633" r:id="rId9"/>
    <p:sldId id="2147483639" r:id="rId10"/>
    <p:sldId id="2147483635" r:id="rId11"/>
    <p:sldId id="2147483636" r:id="rId12"/>
    <p:sldId id="2147483637" r:id="rId13"/>
    <p:sldId id="2147483638" r:id="rId14"/>
    <p:sldId id="2147483625" r:id="rId15"/>
    <p:sldId id="214748363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E4D1D7-3808-5AD7-6F2E-DBCA1483E84B}" name="Bacevich, Sam" initials="SB" userId="S::SBacevich@smithfield.com::296eb89d-e1f6-4e14-adc9-35115d1e676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2D59F-8895-48C8-9B60-12103B41C686}" v="1640" dt="2026-03-02T14:35:19.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552" autoAdjust="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microsoft.com/office/2018/10/relationships/authors" Target="authors.xml"/><Relationship Id="rId5" Type="http://schemas.openxmlformats.org/officeDocument/2006/relationships/customXml" Target="../customXml/item5.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cevich, Sam" userId="296eb89d-e1f6-4e14-adc9-35115d1e676f" providerId="ADAL" clId="{25994F4D-9CE4-47E7-A293-56E734B5C9CD}"/>
    <pc:docChg chg="undo custSel addSld delSld modSld sldOrd delMainMaster">
      <pc:chgData name="Bacevich, Sam" userId="296eb89d-e1f6-4e14-adc9-35115d1e676f" providerId="ADAL" clId="{25994F4D-9CE4-47E7-A293-56E734B5C9CD}" dt="2026-02-03T18:52:15.230" v="7285" actId="478"/>
      <pc:docMkLst>
        <pc:docMk/>
      </pc:docMkLst>
      <pc:sldChg chg="modSp add mod">
        <pc:chgData name="Bacevich, Sam" userId="296eb89d-e1f6-4e14-adc9-35115d1e676f" providerId="ADAL" clId="{25994F4D-9CE4-47E7-A293-56E734B5C9CD}" dt="2026-02-02T21:29:45.085" v="1705" actId="13926"/>
        <pc:sldMkLst>
          <pc:docMk/>
          <pc:sldMk cId="3644048153" sldId="5783"/>
        </pc:sldMkLst>
        <pc:spChg chg="mod">
          <ac:chgData name="Bacevich, Sam" userId="296eb89d-e1f6-4e14-adc9-35115d1e676f" providerId="ADAL" clId="{25994F4D-9CE4-47E7-A293-56E734B5C9CD}" dt="2026-02-02T21:29:45.085" v="1705" actId="13926"/>
          <ac:spMkLst>
            <pc:docMk/>
            <pc:sldMk cId="3644048153" sldId="5783"/>
            <ac:spMk id="5" creationId="{D403AD3B-3C4E-4099-BD2C-6036366142BF}"/>
          </ac:spMkLst>
        </pc:spChg>
      </pc:sldChg>
      <pc:sldChg chg="addSp delSp modSp add del mod">
        <pc:chgData name="Bacevich, Sam" userId="296eb89d-e1f6-4e14-adc9-35115d1e676f" providerId="ADAL" clId="{25994F4D-9CE4-47E7-A293-56E734B5C9CD}" dt="2026-02-02T21:55:05.954" v="2929" actId="478"/>
        <pc:sldMkLst>
          <pc:docMk/>
          <pc:sldMk cId="2257391689" sldId="2147483625"/>
        </pc:sldMkLst>
        <pc:spChg chg="mod">
          <ac:chgData name="Bacevich, Sam" userId="296eb89d-e1f6-4e14-adc9-35115d1e676f" providerId="ADAL" clId="{25994F4D-9CE4-47E7-A293-56E734B5C9CD}" dt="2026-02-02T20:08:04.850" v="302" actId="6549"/>
          <ac:spMkLst>
            <pc:docMk/>
            <pc:sldMk cId="2257391689" sldId="2147483625"/>
            <ac:spMk id="4" creationId="{AB0A387A-6DEF-4F1C-A413-74151C6649B5}"/>
          </ac:spMkLst>
        </pc:spChg>
        <pc:spChg chg="mod">
          <ac:chgData name="Bacevich, Sam" userId="296eb89d-e1f6-4e14-adc9-35115d1e676f" providerId="ADAL" clId="{25994F4D-9CE4-47E7-A293-56E734B5C9CD}" dt="2026-02-02T21:48:24.114" v="2497" actId="13926"/>
          <ac:spMkLst>
            <pc:docMk/>
            <pc:sldMk cId="2257391689" sldId="2147483625"/>
            <ac:spMk id="9" creationId="{5F732579-F9DA-8BAA-DB65-33B190A50567}"/>
          </ac:spMkLst>
        </pc:spChg>
        <pc:spChg chg="add mod">
          <ac:chgData name="Bacevich, Sam" userId="296eb89d-e1f6-4e14-adc9-35115d1e676f" providerId="ADAL" clId="{25994F4D-9CE4-47E7-A293-56E734B5C9CD}" dt="2026-02-02T21:42:09.070" v="1880" actId="14100"/>
          <ac:spMkLst>
            <pc:docMk/>
            <pc:sldMk cId="2257391689" sldId="2147483625"/>
            <ac:spMk id="11" creationId="{A7392D67-93BC-D7E1-B71F-B6D524E3F479}"/>
          </ac:spMkLst>
        </pc:spChg>
        <pc:spChg chg="add mod">
          <ac:chgData name="Bacevich, Sam" userId="296eb89d-e1f6-4e14-adc9-35115d1e676f" providerId="ADAL" clId="{25994F4D-9CE4-47E7-A293-56E734B5C9CD}" dt="2026-02-02T21:43:42.768" v="1953" actId="14100"/>
          <ac:spMkLst>
            <pc:docMk/>
            <pc:sldMk cId="2257391689" sldId="2147483625"/>
            <ac:spMk id="12" creationId="{EB9C1E7D-FD52-C1BF-AA24-DE736BF5E637}"/>
          </ac:spMkLst>
        </pc:spChg>
        <pc:spChg chg="mod">
          <ac:chgData name="Bacevich, Sam" userId="296eb89d-e1f6-4e14-adc9-35115d1e676f" providerId="ADAL" clId="{25994F4D-9CE4-47E7-A293-56E734B5C9CD}" dt="2026-02-02T21:43:29.220" v="1952" actId="20577"/>
          <ac:spMkLst>
            <pc:docMk/>
            <pc:sldMk cId="2257391689" sldId="2147483625"/>
            <ac:spMk id="13" creationId="{E5248E22-A921-7705-853F-00AD4D4B883D}"/>
          </ac:spMkLst>
        </pc:spChg>
        <pc:spChg chg="add mod">
          <ac:chgData name="Bacevich, Sam" userId="296eb89d-e1f6-4e14-adc9-35115d1e676f" providerId="ADAL" clId="{25994F4D-9CE4-47E7-A293-56E734B5C9CD}" dt="2026-02-02T21:43:51.079" v="1955" actId="14100"/>
          <ac:spMkLst>
            <pc:docMk/>
            <pc:sldMk cId="2257391689" sldId="2147483625"/>
            <ac:spMk id="14" creationId="{D4B81585-03D4-E4C1-78F6-65117BF87EE0}"/>
          </ac:spMkLst>
        </pc:spChg>
        <pc:graphicFrameChg chg="add mod ord modGraphic">
          <ac:chgData name="Bacevich, Sam" userId="296eb89d-e1f6-4e14-adc9-35115d1e676f" providerId="ADAL" clId="{25994F4D-9CE4-47E7-A293-56E734B5C9CD}" dt="2026-02-02T21:41:48.684" v="1877" actId="167"/>
          <ac:graphicFrameMkLst>
            <pc:docMk/>
            <pc:sldMk cId="2257391689" sldId="2147483625"/>
            <ac:graphicFrameMk id="15" creationId="{0D39DE41-E79A-31CD-CA37-4526EC6270EF}"/>
          </ac:graphicFrameMkLst>
        </pc:graphicFrameChg>
      </pc:sldChg>
      <pc:sldChg chg="addSp delSp modSp add mod">
        <pc:chgData name="Bacevich, Sam" userId="296eb89d-e1f6-4e14-adc9-35115d1e676f" providerId="ADAL" clId="{25994F4D-9CE4-47E7-A293-56E734B5C9CD}" dt="2026-02-03T18:52:15.230" v="7285" actId="478"/>
        <pc:sldMkLst>
          <pc:docMk/>
          <pc:sldMk cId="1137508419" sldId="2147483633"/>
        </pc:sldMkLst>
        <pc:spChg chg="mod">
          <ac:chgData name="Bacevich, Sam" userId="296eb89d-e1f6-4e14-adc9-35115d1e676f" providerId="ADAL" clId="{25994F4D-9CE4-47E7-A293-56E734B5C9CD}" dt="2026-02-02T23:10:25.270" v="5702" actId="20577"/>
          <ac:spMkLst>
            <pc:docMk/>
            <pc:sldMk cId="1137508419" sldId="2147483633"/>
            <ac:spMk id="4" creationId="{AB0A387A-6DEF-4F1C-A413-74151C6649B5}"/>
          </ac:spMkLst>
        </pc:spChg>
        <pc:spChg chg="mod">
          <ac:chgData name="Bacevich, Sam" userId="296eb89d-e1f6-4e14-adc9-35115d1e676f" providerId="ADAL" clId="{25994F4D-9CE4-47E7-A293-56E734B5C9CD}" dt="2026-02-02T23:35:51.032" v="7277" actId="947"/>
          <ac:spMkLst>
            <pc:docMk/>
            <pc:sldMk cId="1137508419" sldId="2147483633"/>
            <ac:spMk id="5" creationId="{B9FE4B22-2590-4E18-8F3E-232B24E046B6}"/>
          </ac:spMkLst>
        </pc:spChg>
        <pc:spChg chg="mod">
          <ac:chgData name="Bacevich, Sam" userId="296eb89d-e1f6-4e14-adc9-35115d1e676f" providerId="ADAL" clId="{25994F4D-9CE4-47E7-A293-56E734B5C9CD}" dt="2026-02-02T23:21:21.857" v="6418" actId="33524"/>
          <ac:spMkLst>
            <pc:docMk/>
            <pc:sldMk cId="1137508419" sldId="2147483633"/>
            <ac:spMk id="6" creationId="{55CE3E4F-9439-7B87-D9DA-A8B03FB6E126}"/>
          </ac:spMkLst>
        </pc:spChg>
        <pc:spChg chg="mod">
          <ac:chgData name="Bacevich, Sam" userId="296eb89d-e1f6-4e14-adc9-35115d1e676f" providerId="ADAL" clId="{25994F4D-9CE4-47E7-A293-56E734B5C9CD}" dt="2026-02-02T23:35:55.369" v="7283" actId="20577"/>
          <ac:spMkLst>
            <pc:docMk/>
            <pc:sldMk cId="1137508419" sldId="2147483633"/>
            <ac:spMk id="12" creationId="{1A3239A3-B52E-DC97-9840-190A83BA43E1}"/>
          </ac:spMkLst>
        </pc:spChg>
        <pc:picChg chg="add mod">
          <ac:chgData name="Bacevich, Sam" userId="296eb89d-e1f6-4e14-adc9-35115d1e676f" providerId="ADAL" clId="{25994F4D-9CE4-47E7-A293-56E734B5C9CD}" dt="2026-02-02T23:11:29.732" v="5709" actId="1076"/>
          <ac:picMkLst>
            <pc:docMk/>
            <pc:sldMk cId="1137508419" sldId="2147483633"/>
            <ac:picMk id="10" creationId="{986799A7-A631-1D4C-B7C8-601C143A5431}"/>
          </ac:picMkLst>
        </pc:picChg>
      </pc:sldChg>
      <pc:sldChg chg="addSp delSp modSp add mod">
        <pc:chgData name="Bacevich, Sam" userId="296eb89d-e1f6-4e14-adc9-35115d1e676f" providerId="ADAL" clId="{25994F4D-9CE4-47E7-A293-56E734B5C9CD}" dt="2026-02-02T21:57:02.592" v="2956" actId="1076"/>
        <pc:sldMkLst>
          <pc:docMk/>
          <pc:sldMk cId="623389043" sldId="2147483634"/>
        </pc:sldMkLst>
        <pc:spChg chg="mod">
          <ac:chgData name="Bacevich, Sam" userId="296eb89d-e1f6-4e14-adc9-35115d1e676f" providerId="ADAL" clId="{25994F4D-9CE4-47E7-A293-56E734B5C9CD}" dt="2026-02-02T20:07:57.707" v="299" actId="6549"/>
          <ac:spMkLst>
            <pc:docMk/>
            <pc:sldMk cId="623389043" sldId="2147483634"/>
            <ac:spMk id="4" creationId="{8A11E05C-A49F-F5DB-831F-5E87BEA0D46A}"/>
          </ac:spMkLst>
        </pc:spChg>
        <pc:spChg chg="add mod">
          <ac:chgData name="Bacevich, Sam" userId="296eb89d-e1f6-4e14-adc9-35115d1e676f" providerId="ADAL" clId="{25994F4D-9CE4-47E7-A293-56E734B5C9CD}" dt="2026-02-02T21:56:34.480" v="2949" actId="1076"/>
          <ac:spMkLst>
            <pc:docMk/>
            <pc:sldMk cId="623389043" sldId="2147483634"/>
            <ac:spMk id="8" creationId="{2E7938AE-D532-36A8-F153-A90FB86D77AF}"/>
          </ac:spMkLst>
        </pc:spChg>
        <pc:spChg chg="mod">
          <ac:chgData name="Bacevich, Sam" userId="296eb89d-e1f6-4e14-adc9-35115d1e676f" providerId="ADAL" clId="{25994F4D-9CE4-47E7-A293-56E734B5C9CD}" dt="2026-02-02T21:54:51.587" v="2924" actId="13926"/>
          <ac:spMkLst>
            <pc:docMk/>
            <pc:sldMk cId="623389043" sldId="2147483634"/>
            <ac:spMk id="9" creationId="{69AA9C32-A2EB-1BDC-1C95-33FB2CCB6953}"/>
          </ac:spMkLst>
        </pc:spChg>
        <pc:spChg chg="add mod">
          <ac:chgData name="Bacevich, Sam" userId="296eb89d-e1f6-4e14-adc9-35115d1e676f" providerId="ADAL" clId="{25994F4D-9CE4-47E7-A293-56E734B5C9CD}" dt="2026-02-02T21:56:27.478" v="2946" actId="1076"/>
          <ac:spMkLst>
            <pc:docMk/>
            <pc:sldMk cId="623389043" sldId="2147483634"/>
            <ac:spMk id="10" creationId="{CC1D9211-5F68-AFF8-4FCD-4752619BB3C9}"/>
          </ac:spMkLst>
        </pc:spChg>
        <pc:spChg chg="add mod">
          <ac:chgData name="Bacevich, Sam" userId="296eb89d-e1f6-4e14-adc9-35115d1e676f" providerId="ADAL" clId="{25994F4D-9CE4-47E7-A293-56E734B5C9CD}" dt="2026-02-02T21:56:23.788" v="2945" actId="1076"/>
          <ac:spMkLst>
            <pc:docMk/>
            <pc:sldMk cId="623389043" sldId="2147483634"/>
            <ac:spMk id="11" creationId="{27B80E28-8935-26BD-9F02-5959B3EA6376}"/>
          </ac:spMkLst>
        </pc:spChg>
        <pc:spChg chg="add mod">
          <ac:chgData name="Bacevich, Sam" userId="296eb89d-e1f6-4e14-adc9-35115d1e676f" providerId="ADAL" clId="{25994F4D-9CE4-47E7-A293-56E734B5C9CD}" dt="2026-02-02T21:56:20.409" v="2944" actId="14100"/>
          <ac:spMkLst>
            <pc:docMk/>
            <pc:sldMk cId="623389043" sldId="2147483634"/>
            <ac:spMk id="12" creationId="{ABDBCDC7-F80B-F764-50E7-C1C0FD6DBB09}"/>
          </ac:spMkLst>
        </pc:spChg>
        <pc:spChg chg="mod">
          <ac:chgData name="Bacevich, Sam" userId="296eb89d-e1f6-4e14-adc9-35115d1e676f" providerId="ADAL" clId="{25994F4D-9CE4-47E7-A293-56E734B5C9CD}" dt="2026-02-02T21:56:38.768" v="2950" actId="1076"/>
          <ac:spMkLst>
            <pc:docMk/>
            <pc:sldMk cId="623389043" sldId="2147483634"/>
            <ac:spMk id="13" creationId="{334FD13A-92F7-C399-7A50-2B866068F69B}"/>
          </ac:spMkLst>
        </pc:spChg>
        <pc:spChg chg="add mod">
          <ac:chgData name="Bacevich, Sam" userId="296eb89d-e1f6-4e14-adc9-35115d1e676f" providerId="ADAL" clId="{25994F4D-9CE4-47E7-A293-56E734B5C9CD}" dt="2026-02-02T21:56:43.264" v="2951" actId="1076"/>
          <ac:spMkLst>
            <pc:docMk/>
            <pc:sldMk cId="623389043" sldId="2147483634"/>
            <ac:spMk id="14" creationId="{DE35F6F2-3C04-11FE-8653-0FB42CCE9279}"/>
          </ac:spMkLst>
        </pc:spChg>
        <pc:spChg chg="add mod">
          <ac:chgData name="Bacevich, Sam" userId="296eb89d-e1f6-4e14-adc9-35115d1e676f" providerId="ADAL" clId="{25994F4D-9CE4-47E7-A293-56E734B5C9CD}" dt="2026-02-02T21:56:48.638" v="2952" actId="1076"/>
          <ac:spMkLst>
            <pc:docMk/>
            <pc:sldMk cId="623389043" sldId="2147483634"/>
            <ac:spMk id="15" creationId="{7FA28C5D-82AB-45A9-991B-32654843E84C}"/>
          </ac:spMkLst>
        </pc:spChg>
        <pc:spChg chg="add mod">
          <ac:chgData name="Bacevich, Sam" userId="296eb89d-e1f6-4e14-adc9-35115d1e676f" providerId="ADAL" clId="{25994F4D-9CE4-47E7-A293-56E734B5C9CD}" dt="2026-02-02T21:56:53.011" v="2953" actId="1076"/>
          <ac:spMkLst>
            <pc:docMk/>
            <pc:sldMk cId="623389043" sldId="2147483634"/>
            <ac:spMk id="16" creationId="{F1E7B641-F5F7-29CE-1838-BDF6DAD24C67}"/>
          </ac:spMkLst>
        </pc:spChg>
        <pc:spChg chg="add mod">
          <ac:chgData name="Bacevich, Sam" userId="296eb89d-e1f6-4e14-adc9-35115d1e676f" providerId="ADAL" clId="{25994F4D-9CE4-47E7-A293-56E734B5C9CD}" dt="2026-02-02T21:57:02.592" v="2956" actId="1076"/>
          <ac:spMkLst>
            <pc:docMk/>
            <pc:sldMk cId="623389043" sldId="2147483634"/>
            <ac:spMk id="17" creationId="{2CC36349-08F5-A339-DC80-D9088B16321B}"/>
          </ac:spMkLst>
        </pc:spChg>
        <pc:graphicFrameChg chg="add mod ord modGraphic">
          <ac:chgData name="Bacevich, Sam" userId="296eb89d-e1f6-4e14-adc9-35115d1e676f" providerId="ADAL" clId="{25994F4D-9CE4-47E7-A293-56E734B5C9CD}" dt="2026-02-02T21:56:30.293" v="2948" actId="1076"/>
          <ac:graphicFrameMkLst>
            <pc:docMk/>
            <pc:sldMk cId="623389043" sldId="2147483634"/>
            <ac:graphicFrameMk id="18" creationId="{EC3E5DA3-F568-9BCA-18E5-925F611A8EB9}"/>
          </ac:graphicFrameMkLst>
        </pc:graphicFrameChg>
      </pc:sldChg>
      <pc:sldChg chg="addSp delSp modSp add mod ord">
        <pc:chgData name="Bacevich, Sam" userId="296eb89d-e1f6-4e14-adc9-35115d1e676f" providerId="ADAL" clId="{25994F4D-9CE4-47E7-A293-56E734B5C9CD}" dt="2026-02-02T22:08:38.851" v="3979" actId="20577"/>
        <pc:sldMkLst>
          <pc:docMk/>
          <pc:sldMk cId="1558887652" sldId="2147483635"/>
        </pc:sldMkLst>
        <pc:spChg chg="mod">
          <ac:chgData name="Bacevich, Sam" userId="296eb89d-e1f6-4e14-adc9-35115d1e676f" providerId="ADAL" clId="{25994F4D-9CE4-47E7-A293-56E734B5C9CD}" dt="2026-02-02T20:03:20.716" v="73" actId="20577"/>
          <ac:spMkLst>
            <pc:docMk/>
            <pc:sldMk cId="1558887652" sldId="2147483635"/>
            <ac:spMk id="4" creationId="{37E8A677-4FDF-3537-D90C-C2AB1EC32CE4}"/>
          </ac:spMkLst>
        </pc:spChg>
        <pc:spChg chg="mod">
          <ac:chgData name="Bacevich, Sam" userId="296eb89d-e1f6-4e14-adc9-35115d1e676f" providerId="ADAL" clId="{25994F4D-9CE4-47E7-A293-56E734B5C9CD}" dt="2026-02-02T20:40:47.903" v="1127" actId="20577"/>
          <ac:spMkLst>
            <pc:docMk/>
            <pc:sldMk cId="1558887652" sldId="2147483635"/>
            <ac:spMk id="9" creationId="{23510BF8-BC2A-0011-D68D-B2C0BC67E553}"/>
          </ac:spMkLst>
        </pc:spChg>
        <pc:spChg chg="add mod">
          <ac:chgData name="Bacevich, Sam" userId="296eb89d-e1f6-4e14-adc9-35115d1e676f" providerId="ADAL" clId="{25994F4D-9CE4-47E7-A293-56E734B5C9CD}" dt="2026-02-02T22:08:14.942" v="3976" actId="14100"/>
          <ac:spMkLst>
            <pc:docMk/>
            <pc:sldMk cId="1558887652" sldId="2147483635"/>
            <ac:spMk id="10" creationId="{75591537-8217-0CB4-B495-13EC68077C0C}"/>
          </ac:spMkLst>
        </pc:spChg>
        <pc:spChg chg="add mod">
          <ac:chgData name="Bacevich, Sam" userId="296eb89d-e1f6-4e14-adc9-35115d1e676f" providerId="ADAL" clId="{25994F4D-9CE4-47E7-A293-56E734B5C9CD}" dt="2026-02-02T22:08:11.057" v="3975" actId="14100"/>
          <ac:spMkLst>
            <pc:docMk/>
            <pc:sldMk cId="1558887652" sldId="2147483635"/>
            <ac:spMk id="11" creationId="{98A13AEB-2D9C-7BBE-EBFD-457FBEF600C9}"/>
          </ac:spMkLst>
        </pc:spChg>
        <pc:spChg chg="add mod">
          <ac:chgData name="Bacevich, Sam" userId="296eb89d-e1f6-4e14-adc9-35115d1e676f" providerId="ADAL" clId="{25994F4D-9CE4-47E7-A293-56E734B5C9CD}" dt="2026-02-02T22:08:38.851" v="3979" actId="20577"/>
          <ac:spMkLst>
            <pc:docMk/>
            <pc:sldMk cId="1558887652" sldId="2147483635"/>
            <ac:spMk id="12" creationId="{61236FD8-8EF7-F7D7-D103-924AB523E457}"/>
          </ac:spMkLst>
        </pc:spChg>
        <pc:picChg chg="add mod ord">
          <ac:chgData name="Bacevich, Sam" userId="296eb89d-e1f6-4e14-adc9-35115d1e676f" providerId="ADAL" clId="{25994F4D-9CE4-47E7-A293-56E734B5C9CD}" dt="2026-02-02T22:08:08.458" v="3974" actId="167"/>
          <ac:picMkLst>
            <pc:docMk/>
            <pc:sldMk cId="1558887652" sldId="2147483635"/>
            <ac:picMk id="8" creationId="{6ECB9F62-A779-1E28-273A-D41F3525638D}"/>
          </ac:picMkLst>
        </pc:picChg>
      </pc:sldChg>
      <pc:sldChg chg="addSp delSp modSp add mod ord">
        <pc:chgData name="Bacevich, Sam" userId="296eb89d-e1f6-4e14-adc9-35115d1e676f" providerId="ADAL" clId="{25994F4D-9CE4-47E7-A293-56E734B5C9CD}" dt="2026-02-02T21:33:22.479" v="1720" actId="12788"/>
        <pc:sldMkLst>
          <pc:docMk/>
          <pc:sldMk cId="1006704243" sldId="2147483636"/>
        </pc:sldMkLst>
        <pc:spChg chg="mod">
          <ac:chgData name="Bacevich, Sam" userId="296eb89d-e1f6-4e14-adc9-35115d1e676f" providerId="ADAL" clId="{25994F4D-9CE4-47E7-A293-56E734B5C9CD}" dt="2026-02-02T20:48:23.187" v="1467" actId="20577"/>
          <ac:spMkLst>
            <pc:docMk/>
            <pc:sldMk cId="1006704243" sldId="2147483636"/>
            <ac:spMk id="4" creationId="{AF554EB7-95D0-D679-3B79-75895C3D37E1}"/>
          </ac:spMkLst>
        </pc:spChg>
        <pc:spChg chg="mod">
          <ac:chgData name="Bacevich, Sam" userId="296eb89d-e1f6-4e14-adc9-35115d1e676f" providerId="ADAL" clId="{25994F4D-9CE4-47E7-A293-56E734B5C9CD}" dt="2026-02-02T20:42:36.796" v="1258" actId="13926"/>
          <ac:spMkLst>
            <pc:docMk/>
            <pc:sldMk cId="1006704243" sldId="2147483636"/>
            <ac:spMk id="9" creationId="{2C15E9A5-C8A4-6AAF-F0C0-63E0E5D8843F}"/>
          </ac:spMkLst>
        </pc:spChg>
        <pc:spChg chg="add mod">
          <ac:chgData name="Bacevich, Sam" userId="296eb89d-e1f6-4e14-adc9-35115d1e676f" providerId="ADAL" clId="{25994F4D-9CE4-47E7-A293-56E734B5C9CD}" dt="2026-02-02T20:41:41.508" v="1135" actId="14100"/>
          <ac:spMkLst>
            <pc:docMk/>
            <pc:sldMk cId="1006704243" sldId="2147483636"/>
            <ac:spMk id="18" creationId="{837B7DF5-6EBB-146D-61B9-1B6B9026CAF6}"/>
          </ac:spMkLst>
        </pc:spChg>
        <pc:picChg chg="add mod">
          <ac:chgData name="Bacevich, Sam" userId="296eb89d-e1f6-4e14-adc9-35115d1e676f" providerId="ADAL" clId="{25994F4D-9CE4-47E7-A293-56E734B5C9CD}" dt="2026-02-02T21:33:22.479" v="1720" actId="12788"/>
          <ac:picMkLst>
            <pc:docMk/>
            <pc:sldMk cId="1006704243" sldId="2147483636"/>
            <ac:picMk id="19" creationId="{9D0F4318-5D26-3BBF-14C9-0B894F50FBFB}"/>
          </ac:picMkLst>
        </pc:picChg>
      </pc:sldChg>
      <pc:sldChg chg="addSp delSp modSp add mod ord">
        <pc:chgData name="Bacevich, Sam" userId="296eb89d-e1f6-4e14-adc9-35115d1e676f" providerId="ADAL" clId="{25994F4D-9CE4-47E7-A293-56E734B5C9CD}" dt="2026-02-02T22:43:48.738" v="4556" actId="20577"/>
        <pc:sldMkLst>
          <pc:docMk/>
          <pc:sldMk cId="2373151853" sldId="2147483637"/>
        </pc:sldMkLst>
        <pc:spChg chg="add mod">
          <ac:chgData name="Bacevich, Sam" userId="296eb89d-e1f6-4e14-adc9-35115d1e676f" providerId="ADAL" clId="{25994F4D-9CE4-47E7-A293-56E734B5C9CD}" dt="2026-02-02T22:42:18.694" v="4278" actId="14100"/>
          <ac:spMkLst>
            <pc:docMk/>
            <pc:sldMk cId="2373151853" sldId="2147483637"/>
            <ac:spMk id="3" creationId="{C2207745-DAA3-0185-A032-FF231EF2167F}"/>
          </ac:spMkLst>
        </pc:spChg>
        <pc:spChg chg="mod">
          <ac:chgData name="Bacevich, Sam" userId="296eb89d-e1f6-4e14-adc9-35115d1e676f" providerId="ADAL" clId="{25994F4D-9CE4-47E7-A293-56E734B5C9CD}" dt="2026-02-02T20:43:15.434" v="1265" actId="947"/>
          <ac:spMkLst>
            <pc:docMk/>
            <pc:sldMk cId="2373151853" sldId="2147483637"/>
            <ac:spMk id="4" creationId="{EA1A0A64-45AE-AC1A-DBEB-9B4F52B1635F}"/>
          </ac:spMkLst>
        </pc:spChg>
        <pc:spChg chg="add mod">
          <ac:chgData name="Bacevich, Sam" userId="296eb89d-e1f6-4e14-adc9-35115d1e676f" providerId="ADAL" clId="{25994F4D-9CE4-47E7-A293-56E734B5C9CD}" dt="2026-02-02T20:43:39.732" v="1353" actId="1076"/>
          <ac:spMkLst>
            <pc:docMk/>
            <pc:sldMk cId="2373151853" sldId="2147483637"/>
            <ac:spMk id="5" creationId="{ED40101C-50B6-FFF0-0AAB-B13CE179F88E}"/>
          </ac:spMkLst>
        </pc:spChg>
        <pc:spChg chg="add mod">
          <ac:chgData name="Bacevich, Sam" userId="296eb89d-e1f6-4e14-adc9-35115d1e676f" providerId="ADAL" clId="{25994F4D-9CE4-47E7-A293-56E734B5C9CD}" dt="2026-02-02T22:43:48.738" v="4556" actId="20577"/>
          <ac:spMkLst>
            <pc:docMk/>
            <pc:sldMk cId="2373151853" sldId="2147483637"/>
            <ac:spMk id="7" creationId="{7C5EDFA1-B4BF-72D9-09D1-E8C7295A3B8F}"/>
          </ac:spMkLst>
        </pc:spChg>
        <pc:spChg chg="mod">
          <ac:chgData name="Bacevich, Sam" userId="296eb89d-e1f6-4e14-adc9-35115d1e676f" providerId="ADAL" clId="{25994F4D-9CE4-47E7-A293-56E734B5C9CD}" dt="2026-02-02T21:57:44.630" v="3003" actId="13926"/>
          <ac:spMkLst>
            <pc:docMk/>
            <pc:sldMk cId="2373151853" sldId="2147483637"/>
            <ac:spMk id="9" creationId="{CD00019F-D29A-A0C1-59E6-71D5B1B97EC4}"/>
          </ac:spMkLst>
        </pc:spChg>
        <pc:picChg chg="add mod ord">
          <ac:chgData name="Bacevich, Sam" userId="296eb89d-e1f6-4e14-adc9-35115d1e676f" providerId="ADAL" clId="{25994F4D-9CE4-47E7-A293-56E734B5C9CD}" dt="2026-02-02T22:41:45.264" v="4275" actId="14100"/>
          <ac:picMkLst>
            <pc:docMk/>
            <pc:sldMk cId="2373151853" sldId="2147483637"/>
            <ac:picMk id="10" creationId="{D03EEED5-9977-BC24-ACFC-34FE6906F725}"/>
          </ac:picMkLst>
        </pc:picChg>
      </pc:sldChg>
      <pc:sldChg chg="addSp delSp modSp add mod ord">
        <pc:chgData name="Bacevich, Sam" userId="296eb89d-e1f6-4e14-adc9-35115d1e676f" providerId="ADAL" clId="{25994F4D-9CE4-47E7-A293-56E734B5C9CD}" dt="2026-02-02T22:42:56.160" v="4406" actId="6549"/>
        <pc:sldMkLst>
          <pc:docMk/>
          <pc:sldMk cId="384452658" sldId="2147483638"/>
        </pc:sldMkLst>
        <pc:spChg chg="add mod">
          <ac:chgData name="Bacevich, Sam" userId="296eb89d-e1f6-4e14-adc9-35115d1e676f" providerId="ADAL" clId="{25994F4D-9CE4-47E7-A293-56E734B5C9CD}" dt="2026-02-02T22:24:59.963" v="4031" actId="14100"/>
          <ac:spMkLst>
            <pc:docMk/>
            <pc:sldMk cId="384452658" sldId="2147483638"/>
            <ac:spMk id="3" creationId="{F0154844-B271-52F1-58AC-EE862F540505}"/>
          </ac:spMkLst>
        </pc:spChg>
        <pc:spChg chg="mod">
          <ac:chgData name="Bacevich, Sam" userId="296eb89d-e1f6-4e14-adc9-35115d1e676f" providerId="ADAL" clId="{25994F4D-9CE4-47E7-A293-56E734B5C9CD}" dt="2026-02-02T22:24:26.558" v="4027" actId="947"/>
          <ac:spMkLst>
            <pc:docMk/>
            <pc:sldMk cId="384452658" sldId="2147483638"/>
            <ac:spMk id="4" creationId="{5ECCA145-6B5A-A080-8514-FEB6B9C1FB73}"/>
          </ac:spMkLst>
        </pc:spChg>
        <pc:spChg chg="add mod">
          <ac:chgData name="Bacevich, Sam" userId="296eb89d-e1f6-4e14-adc9-35115d1e676f" providerId="ADAL" clId="{25994F4D-9CE4-47E7-A293-56E734B5C9CD}" dt="2026-02-02T22:42:56.160" v="4406" actId="6549"/>
          <ac:spMkLst>
            <pc:docMk/>
            <pc:sldMk cId="384452658" sldId="2147483638"/>
            <ac:spMk id="5" creationId="{5362CC72-5E9C-1FCA-B0F5-C1E6363623DF}"/>
          </ac:spMkLst>
        </pc:spChg>
        <pc:spChg chg="mod">
          <ac:chgData name="Bacevich, Sam" userId="296eb89d-e1f6-4e14-adc9-35115d1e676f" providerId="ADAL" clId="{25994F4D-9CE4-47E7-A293-56E734B5C9CD}" dt="2026-02-02T22:26:24.945" v="4266" actId="20577"/>
          <ac:spMkLst>
            <pc:docMk/>
            <pc:sldMk cId="384452658" sldId="2147483638"/>
            <ac:spMk id="9" creationId="{5560B76F-F91D-1761-0CD8-08AC852632B6}"/>
          </ac:spMkLst>
        </pc:spChg>
        <pc:picChg chg="add mod">
          <ac:chgData name="Bacevich, Sam" userId="296eb89d-e1f6-4e14-adc9-35115d1e676f" providerId="ADAL" clId="{25994F4D-9CE4-47E7-A293-56E734B5C9CD}" dt="2026-02-02T22:24:07.193" v="4023" actId="1076"/>
          <ac:picMkLst>
            <pc:docMk/>
            <pc:sldMk cId="384452658" sldId="2147483638"/>
            <ac:picMk id="2" creationId="{E149245B-05C7-906E-F88A-AF8CFA79BAE5}"/>
          </ac:picMkLst>
        </pc:picChg>
      </pc:sldChg>
      <pc:sldChg chg="addSp delSp modSp add mod">
        <pc:chgData name="Bacevich, Sam" userId="296eb89d-e1f6-4e14-adc9-35115d1e676f" providerId="ADAL" clId="{25994F4D-9CE4-47E7-A293-56E734B5C9CD}" dt="2026-02-02T23:09:49.999" v="5698" actId="478"/>
        <pc:sldMkLst>
          <pc:docMk/>
          <pc:sldMk cId="3274222038" sldId="2147483639"/>
        </pc:sldMkLst>
        <pc:spChg chg="mod">
          <ac:chgData name="Bacevich, Sam" userId="296eb89d-e1f6-4e14-adc9-35115d1e676f" providerId="ADAL" clId="{25994F4D-9CE4-47E7-A293-56E734B5C9CD}" dt="2026-02-02T23:01:20.312" v="5404" actId="947"/>
          <ac:spMkLst>
            <pc:docMk/>
            <pc:sldMk cId="3274222038" sldId="2147483639"/>
            <ac:spMk id="4" creationId="{1B7AE74B-256B-754C-F052-90BDA4AEF0A1}"/>
          </ac:spMkLst>
        </pc:spChg>
        <pc:spChg chg="mod">
          <ac:chgData name="Bacevich, Sam" userId="296eb89d-e1f6-4e14-adc9-35115d1e676f" providerId="ADAL" clId="{25994F4D-9CE4-47E7-A293-56E734B5C9CD}" dt="2026-02-02T22:48:49.094" v="4905" actId="20577"/>
          <ac:spMkLst>
            <pc:docMk/>
            <pc:sldMk cId="3274222038" sldId="2147483639"/>
            <ac:spMk id="6" creationId="{8B2C409F-0ACF-625B-8489-82D913DB7DBA}"/>
          </ac:spMkLst>
        </pc:spChg>
        <pc:spChg chg="add mod">
          <ac:chgData name="Bacevich, Sam" userId="296eb89d-e1f6-4e14-adc9-35115d1e676f" providerId="ADAL" clId="{25994F4D-9CE4-47E7-A293-56E734B5C9CD}" dt="2026-02-02T23:09:40.027" v="5697" actId="403"/>
          <ac:spMkLst>
            <pc:docMk/>
            <pc:sldMk cId="3274222038" sldId="2147483639"/>
            <ac:spMk id="7" creationId="{C569962E-BA13-3AF0-004E-CF355C950761}"/>
          </ac:spMkLst>
        </pc:spChg>
        <pc:spChg chg="add mod">
          <ac:chgData name="Bacevich, Sam" userId="296eb89d-e1f6-4e14-adc9-35115d1e676f" providerId="ADAL" clId="{25994F4D-9CE4-47E7-A293-56E734B5C9CD}" dt="2026-02-02T23:01:37.695" v="5459" actId="20577"/>
          <ac:spMkLst>
            <pc:docMk/>
            <pc:sldMk cId="3274222038" sldId="2147483639"/>
            <ac:spMk id="10" creationId="{4CCE7672-FA14-EF93-B875-6CDE3E6EDAC9}"/>
          </ac:spMkLst>
        </pc:spChg>
      </pc:sldChg>
    </pc:docChg>
  </pc:docChgLst>
  <pc:docChgLst>
    <pc:chgData name="Bui, Tri" userId="7a5bc252-9f50-4f9d-bea1-ba9eea078927" providerId="ADAL" clId="{9D4C820E-EF04-49C5-82C1-AA94EBE63643}"/>
    <pc:docChg chg="custSel modSld">
      <pc:chgData name="Bui, Tri" userId="7a5bc252-9f50-4f9d-bea1-ba9eea078927" providerId="ADAL" clId="{9D4C820E-EF04-49C5-82C1-AA94EBE63643}" dt="2026-02-03T14:28:27.590" v="3" actId="1076"/>
      <pc:docMkLst>
        <pc:docMk/>
      </pc:docMkLst>
      <pc:sldChg chg="addSp delSp modSp mod">
        <pc:chgData name="Bui, Tri" userId="7a5bc252-9f50-4f9d-bea1-ba9eea078927" providerId="ADAL" clId="{9D4C820E-EF04-49C5-82C1-AA94EBE63643}" dt="2026-02-03T14:28:27.590" v="3" actId="1076"/>
        <pc:sldMkLst>
          <pc:docMk/>
          <pc:sldMk cId="1137508419" sldId="2147483633"/>
        </pc:sldMkLst>
        <pc:picChg chg="add mod">
          <ac:chgData name="Bui, Tri" userId="7a5bc252-9f50-4f9d-bea1-ba9eea078927" providerId="ADAL" clId="{9D4C820E-EF04-49C5-82C1-AA94EBE63643}" dt="2026-02-03T14:25:01.662" v="1"/>
          <ac:picMkLst>
            <pc:docMk/>
            <pc:sldMk cId="1137508419" sldId="2147483633"/>
            <ac:picMk id="2" creationId="{D0ACCFC9-3DBF-4DF2-5AAF-42132484333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495496-833C-4DE3-8806-D9E1C3050497}"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6DE321-6C2C-4DE5-AA6B-5C47D7DB2D79}" type="slidenum">
              <a:rPr lang="en-US" smtClean="0"/>
              <a:t>‹#›</a:t>
            </a:fld>
            <a:endParaRPr lang="en-US"/>
          </a:p>
        </p:txBody>
      </p:sp>
    </p:spTree>
    <p:extLst>
      <p:ext uri="{BB962C8B-B14F-4D97-AF65-F5344CB8AC3E}">
        <p14:creationId xmlns:p14="http://schemas.microsoft.com/office/powerpoint/2010/main" val="415267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6980DC-F4CE-4D93-8FAA-72B086DC639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9504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4712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2047D-AE73-A616-9587-2D9BE393F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E1311-91E9-8DE5-D6AA-085DDDA53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24C30-0E3D-2D0E-72FE-6A2B8BE3AA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82C6F7-D0A5-E7AB-FF2B-A610196C2B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6701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841D0-DE89-DF11-DAC0-BC18DB543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3ABDF-20D5-B086-E409-6B2C0B0DA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4BB12-B47C-B56E-311B-4EB83A7EBA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FC9C54-22F4-9FCA-53F1-E582643F27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22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25F42-A03D-C49B-AFA5-353CC636C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CB6B0-460D-94C4-230D-08D293770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1B14A-0A84-012E-3A6C-33278C6F45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3A64A1-267F-BD9D-3D49-DEF158042C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8214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5BD2-E916-0DC3-D346-E2EEA6B26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A0E71-940B-4904-72EC-46F3C43E3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56EF5E-AE77-C78E-E9F3-0449EB359F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A647B8-ED4C-4CD4-5FC1-69AEE31C79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320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EE9C-F068-8AE6-4F9F-377CDE855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EA104-89FA-BC6F-71D6-5392D8F19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A9D05-2F95-48A9-F201-224FC8DC8E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A55F38-AE85-81BF-029D-67194FADA8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2235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4589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F9300-B16F-80CB-191D-B2F5ABFD8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AC6AB-778B-C169-38DA-550B5D056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15C62-805A-F6C9-C36E-2E08730BA6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498C7E-4810-ED32-B591-77F0D7A569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DE608F-CC6E-4F28-BDE5-0ACE591DC8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04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3" Type="http://schemas.openxmlformats.org/officeDocument/2006/relationships/image" Target="../media/image23.svg"/><Relationship Id="rId18" Type="http://schemas.openxmlformats.org/officeDocument/2006/relationships/image" Target="../media/image28.png"/><Relationship Id="rId26" Type="http://schemas.openxmlformats.org/officeDocument/2006/relationships/image" Target="../media/image36.png"/><Relationship Id="rId39" Type="http://schemas.openxmlformats.org/officeDocument/2006/relationships/image" Target="../media/image49.svg"/><Relationship Id="rId21" Type="http://schemas.openxmlformats.org/officeDocument/2006/relationships/image" Target="../media/image31.svg"/><Relationship Id="rId34" Type="http://schemas.openxmlformats.org/officeDocument/2006/relationships/image" Target="../media/image44.png"/><Relationship Id="rId42" Type="http://schemas.openxmlformats.org/officeDocument/2006/relationships/image" Target="../media/image52.png"/><Relationship Id="rId47" Type="http://schemas.openxmlformats.org/officeDocument/2006/relationships/image" Target="../media/image57.svg"/><Relationship Id="rId50" Type="http://schemas.openxmlformats.org/officeDocument/2006/relationships/image" Target="../media/image60.png"/><Relationship Id="rId55" Type="http://schemas.openxmlformats.org/officeDocument/2006/relationships/image" Target="../media/image65.svg"/><Relationship Id="rId63" Type="http://schemas.openxmlformats.org/officeDocument/2006/relationships/image" Target="../media/image73.svg"/><Relationship Id="rId68" Type="http://schemas.openxmlformats.org/officeDocument/2006/relationships/image" Target="../media/image78.png"/><Relationship Id="rId76" Type="http://schemas.openxmlformats.org/officeDocument/2006/relationships/image" Target="../media/image86.png"/><Relationship Id="rId7" Type="http://schemas.openxmlformats.org/officeDocument/2006/relationships/image" Target="../media/image17.svg"/><Relationship Id="rId71" Type="http://schemas.openxmlformats.org/officeDocument/2006/relationships/image" Target="../media/image81.svg"/><Relationship Id="rId2" Type="http://schemas.openxmlformats.org/officeDocument/2006/relationships/image" Target="../media/image12.png"/><Relationship Id="rId16" Type="http://schemas.openxmlformats.org/officeDocument/2006/relationships/image" Target="../media/image26.png"/><Relationship Id="rId29" Type="http://schemas.openxmlformats.org/officeDocument/2006/relationships/image" Target="../media/image39.svg"/><Relationship Id="rId11" Type="http://schemas.openxmlformats.org/officeDocument/2006/relationships/image" Target="../media/image21.sv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svg"/><Relationship Id="rId40" Type="http://schemas.openxmlformats.org/officeDocument/2006/relationships/image" Target="../media/image50.png"/><Relationship Id="rId45" Type="http://schemas.openxmlformats.org/officeDocument/2006/relationships/image" Target="../media/image55.svg"/><Relationship Id="rId53" Type="http://schemas.openxmlformats.org/officeDocument/2006/relationships/image" Target="../media/image63.svg"/><Relationship Id="rId58" Type="http://schemas.openxmlformats.org/officeDocument/2006/relationships/image" Target="../media/image68.png"/><Relationship Id="rId66" Type="http://schemas.openxmlformats.org/officeDocument/2006/relationships/image" Target="../media/image76.png"/><Relationship Id="rId74" Type="http://schemas.openxmlformats.org/officeDocument/2006/relationships/image" Target="../media/image84.png"/><Relationship Id="rId5" Type="http://schemas.openxmlformats.org/officeDocument/2006/relationships/image" Target="../media/image15.svg"/><Relationship Id="rId15" Type="http://schemas.openxmlformats.org/officeDocument/2006/relationships/image" Target="../media/image25.svg"/><Relationship Id="rId23" Type="http://schemas.openxmlformats.org/officeDocument/2006/relationships/image" Target="../media/image33.sv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svg"/><Relationship Id="rId57" Type="http://schemas.openxmlformats.org/officeDocument/2006/relationships/image" Target="../media/image67.svg"/><Relationship Id="rId61" Type="http://schemas.openxmlformats.org/officeDocument/2006/relationships/image" Target="../media/image71.svg"/><Relationship Id="rId10" Type="http://schemas.openxmlformats.org/officeDocument/2006/relationships/image" Target="../media/image20.png"/><Relationship Id="rId19" Type="http://schemas.openxmlformats.org/officeDocument/2006/relationships/image" Target="../media/image29.svg"/><Relationship Id="rId31" Type="http://schemas.openxmlformats.org/officeDocument/2006/relationships/image" Target="../media/image41.svg"/><Relationship Id="rId44" Type="http://schemas.openxmlformats.org/officeDocument/2006/relationships/image" Target="../media/image54.png"/><Relationship Id="rId52" Type="http://schemas.openxmlformats.org/officeDocument/2006/relationships/image" Target="../media/image62.png"/><Relationship Id="rId60" Type="http://schemas.openxmlformats.org/officeDocument/2006/relationships/image" Target="../media/image70.png"/><Relationship Id="rId65" Type="http://schemas.openxmlformats.org/officeDocument/2006/relationships/image" Target="../media/image75.svg"/><Relationship Id="rId73" Type="http://schemas.openxmlformats.org/officeDocument/2006/relationships/image" Target="../media/image83.svg"/><Relationship Id="rId4" Type="http://schemas.openxmlformats.org/officeDocument/2006/relationships/image" Target="../media/image14.png"/><Relationship Id="rId9" Type="http://schemas.openxmlformats.org/officeDocument/2006/relationships/image" Target="../media/image19.sv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svg"/><Relationship Id="rId30" Type="http://schemas.openxmlformats.org/officeDocument/2006/relationships/image" Target="../media/image40.png"/><Relationship Id="rId35" Type="http://schemas.openxmlformats.org/officeDocument/2006/relationships/image" Target="../media/image45.svg"/><Relationship Id="rId43" Type="http://schemas.openxmlformats.org/officeDocument/2006/relationships/image" Target="../media/image53.svg"/><Relationship Id="rId48" Type="http://schemas.openxmlformats.org/officeDocument/2006/relationships/image" Target="../media/image58.png"/><Relationship Id="rId56" Type="http://schemas.openxmlformats.org/officeDocument/2006/relationships/image" Target="../media/image66.png"/><Relationship Id="rId64" Type="http://schemas.openxmlformats.org/officeDocument/2006/relationships/image" Target="../media/image74.png"/><Relationship Id="rId69" Type="http://schemas.openxmlformats.org/officeDocument/2006/relationships/image" Target="../media/image79.svg"/><Relationship Id="rId77" Type="http://schemas.openxmlformats.org/officeDocument/2006/relationships/image" Target="../media/image87.svg"/><Relationship Id="rId8" Type="http://schemas.openxmlformats.org/officeDocument/2006/relationships/image" Target="../media/image18.png"/><Relationship Id="rId51" Type="http://schemas.openxmlformats.org/officeDocument/2006/relationships/image" Target="../media/image61.svg"/><Relationship Id="rId72" Type="http://schemas.openxmlformats.org/officeDocument/2006/relationships/image" Target="../media/image82.png"/><Relationship Id="rId3" Type="http://schemas.openxmlformats.org/officeDocument/2006/relationships/image" Target="../media/image13.svg"/><Relationship Id="rId12" Type="http://schemas.openxmlformats.org/officeDocument/2006/relationships/image" Target="../media/image22.png"/><Relationship Id="rId17" Type="http://schemas.openxmlformats.org/officeDocument/2006/relationships/image" Target="../media/image27.svg"/><Relationship Id="rId25" Type="http://schemas.openxmlformats.org/officeDocument/2006/relationships/image" Target="../media/image35.svg"/><Relationship Id="rId33" Type="http://schemas.openxmlformats.org/officeDocument/2006/relationships/image" Target="../media/image43.svg"/><Relationship Id="rId38" Type="http://schemas.openxmlformats.org/officeDocument/2006/relationships/image" Target="../media/image48.png"/><Relationship Id="rId46" Type="http://schemas.openxmlformats.org/officeDocument/2006/relationships/image" Target="../media/image56.png"/><Relationship Id="rId59" Type="http://schemas.openxmlformats.org/officeDocument/2006/relationships/image" Target="../media/image69.svg"/><Relationship Id="rId67" Type="http://schemas.openxmlformats.org/officeDocument/2006/relationships/image" Target="../media/image77.svg"/><Relationship Id="rId20" Type="http://schemas.openxmlformats.org/officeDocument/2006/relationships/image" Target="../media/image30.png"/><Relationship Id="rId41" Type="http://schemas.openxmlformats.org/officeDocument/2006/relationships/image" Target="../media/image51.svg"/><Relationship Id="rId54" Type="http://schemas.openxmlformats.org/officeDocument/2006/relationships/image" Target="../media/image64.png"/><Relationship Id="rId62" Type="http://schemas.openxmlformats.org/officeDocument/2006/relationships/image" Target="../media/image72.png"/><Relationship Id="rId70" Type="http://schemas.openxmlformats.org/officeDocument/2006/relationships/image" Target="../media/image80.png"/><Relationship Id="rId75" Type="http://schemas.openxmlformats.org/officeDocument/2006/relationships/image" Target="../media/image85.svg"/><Relationship Id="rId1" Type="http://schemas.openxmlformats.org/officeDocument/2006/relationships/slideMaster" Target="../slideMasters/slideMaster2.xml"/><Relationship Id="rId6"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3" Type="http://schemas.openxmlformats.org/officeDocument/2006/relationships/image" Target="../media/image95.svg"/><Relationship Id="rId18" Type="http://schemas.openxmlformats.org/officeDocument/2006/relationships/image" Target="../media/image28.png"/><Relationship Id="rId26" Type="http://schemas.openxmlformats.org/officeDocument/2006/relationships/image" Target="../media/image36.png"/><Relationship Id="rId39" Type="http://schemas.openxmlformats.org/officeDocument/2006/relationships/image" Target="../media/image106.svg"/><Relationship Id="rId21" Type="http://schemas.openxmlformats.org/officeDocument/2006/relationships/image" Target="../media/image31.svg"/><Relationship Id="rId34" Type="http://schemas.openxmlformats.org/officeDocument/2006/relationships/image" Target="../media/image44.png"/><Relationship Id="rId42" Type="http://schemas.openxmlformats.org/officeDocument/2006/relationships/image" Target="../media/image109.png"/><Relationship Id="rId47" Type="http://schemas.openxmlformats.org/officeDocument/2006/relationships/image" Target="../media/image57.svg"/><Relationship Id="rId50" Type="http://schemas.openxmlformats.org/officeDocument/2006/relationships/image" Target="../media/image60.png"/><Relationship Id="rId55" Type="http://schemas.openxmlformats.org/officeDocument/2006/relationships/image" Target="../media/image65.svg"/><Relationship Id="rId63" Type="http://schemas.openxmlformats.org/officeDocument/2006/relationships/image" Target="../media/image117.svg"/><Relationship Id="rId68" Type="http://schemas.openxmlformats.org/officeDocument/2006/relationships/image" Target="../media/image122.png"/><Relationship Id="rId76" Type="http://schemas.openxmlformats.org/officeDocument/2006/relationships/image" Target="../media/image127.png"/><Relationship Id="rId7" Type="http://schemas.openxmlformats.org/officeDocument/2006/relationships/image" Target="../media/image17.svg"/><Relationship Id="rId71" Type="http://schemas.openxmlformats.org/officeDocument/2006/relationships/image" Target="../media/image81.svg"/><Relationship Id="rId2" Type="http://schemas.openxmlformats.org/officeDocument/2006/relationships/image" Target="../media/image88.png"/><Relationship Id="rId16" Type="http://schemas.openxmlformats.org/officeDocument/2006/relationships/image" Target="../media/image26.png"/><Relationship Id="rId29" Type="http://schemas.openxmlformats.org/officeDocument/2006/relationships/image" Target="../media/image39.svg"/><Relationship Id="rId11" Type="http://schemas.openxmlformats.org/officeDocument/2006/relationships/image" Target="../media/image94.sv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104.svg"/><Relationship Id="rId40" Type="http://schemas.openxmlformats.org/officeDocument/2006/relationships/image" Target="../media/image107.png"/><Relationship Id="rId45" Type="http://schemas.openxmlformats.org/officeDocument/2006/relationships/image" Target="../media/image111.svg"/><Relationship Id="rId53" Type="http://schemas.openxmlformats.org/officeDocument/2006/relationships/image" Target="../media/image113.svg"/><Relationship Id="rId58" Type="http://schemas.openxmlformats.org/officeDocument/2006/relationships/image" Target="../media/image68.png"/><Relationship Id="rId66" Type="http://schemas.openxmlformats.org/officeDocument/2006/relationships/image" Target="../media/image120.png"/><Relationship Id="rId74" Type="http://schemas.openxmlformats.org/officeDocument/2006/relationships/image" Target="../media/image125.png"/><Relationship Id="rId79" Type="http://schemas.openxmlformats.org/officeDocument/2006/relationships/image" Target="../media/image87.svg"/><Relationship Id="rId5" Type="http://schemas.openxmlformats.org/officeDocument/2006/relationships/image" Target="../media/image91.svg"/><Relationship Id="rId61" Type="http://schemas.openxmlformats.org/officeDocument/2006/relationships/image" Target="../media/image116.svg"/><Relationship Id="rId10" Type="http://schemas.openxmlformats.org/officeDocument/2006/relationships/image" Target="../media/image20.png"/><Relationship Id="rId19" Type="http://schemas.openxmlformats.org/officeDocument/2006/relationships/image" Target="../media/image29.svg"/><Relationship Id="rId31" Type="http://schemas.openxmlformats.org/officeDocument/2006/relationships/image" Target="../media/image102.svg"/><Relationship Id="rId44" Type="http://schemas.openxmlformats.org/officeDocument/2006/relationships/image" Target="../media/image54.png"/><Relationship Id="rId52" Type="http://schemas.openxmlformats.org/officeDocument/2006/relationships/image" Target="../media/image112.png"/><Relationship Id="rId60" Type="http://schemas.openxmlformats.org/officeDocument/2006/relationships/image" Target="../media/image70.png"/><Relationship Id="rId65" Type="http://schemas.openxmlformats.org/officeDocument/2006/relationships/image" Target="../media/image119.svg"/><Relationship Id="rId73" Type="http://schemas.openxmlformats.org/officeDocument/2006/relationships/image" Target="../media/image124.svg"/><Relationship Id="rId78" Type="http://schemas.openxmlformats.org/officeDocument/2006/relationships/image" Target="../media/image86.png"/><Relationship Id="rId4" Type="http://schemas.openxmlformats.org/officeDocument/2006/relationships/image" Target="../media/image90.png"/><Relationship Id="rId9" Type="http://schemas.openxmlformats.org/officeDocument/2006/relationships/image" Target="../media/image93.svg"/><Relationship Id="rId14" Type="http://schemas.openxmlformats.org/officeDocument/2006/relationships/image" Target="../media/image24.png"/><Relationship Id="rId22" Type="http://schemas.openxmlformats.org/officeDocument/2006/relationships/image" Target="../media/image97.png"/><Relationship Id="rId27" Type="http://schemas.openxmlformats.org/officeDocument/2006/relationships/image" Target="../media/image100.svg"/><Relationship Id="rId30" Type="http://schemas.openxmlformats.org/officeDocument/2006/relationships/image" Target="../media/image101.png"/><Relationship Id="rId35" Type="http://schemas.openxmlformats.org/officeDocument/2006/relationships/image" Target="../media/image45.svg"/><Relationship Id="rId43" Type="http://schemas.openxmlformats.org/officeDocument/2006/relationships/image" Target="../media/image110.svg"/><Relationship Id="rId48" Type="http://schemas.openxmlformats.org/officeDocument/2006/relationships/image" Target="../media/image58.png"/><Relationship Id="rId56" Type="http://schemas.openxmlformats.org/officeDocument/2006/relationships/image" Target="../media/image114.png"/><Relationship Id="rId64" Type="http://schemas.openxmlformats.org/officeDocument/2006/relationships/image" Target="../media/image118.png"/><Relationship Id="rId69" Type="http://schemas.openxmlformats.org/officeDocument/2006/relationships/image" Target="../media/image123.svg"/><Relationship Id="rId77" Type="http://schemas.openxmlformats.org/officeDocument/2006/relationships/image" Target="../media/image128.svg"/><Relationship Id="rId8" Type="http://schemas.openxmlformats.org/officeDocument/2006/relationships/image" Target="../media/image92.png"/><Relationship Id="rId51" Type="http://schemas.openxmlformats.org/officeDocument/2006/relationships/image" Target="../media/image61.svg"/><Relationship Id="rId72" Type="http://schemas.openxmlformats.org/officeDocument/2006/relationships/image" Target="../media/image82.png"/><Relationship Id="rId3" Type="http://schemas.openxmlformats.org/officeDocument/2006/relationships/image" Target="../media/image89.svg"/><Relationship Id="rId12" Type="http://schemas.openxmlformats.org/officeDocument/2006/relationships/image" Target="../media/image22.png"/><Relationship Id="rId17" Type="http://schemas.openxmlformats.org/officeDocument/2006/relationships/image" Target="../media/image27.svg"/><Relationship Id="rId25" Type="http://schemas.openxmlformats.org/officeDocument/2006/relationships/image" Target="../media/image99.svg"/><Relationship Id="rId33" Type="http://schemas.openxmlformats.org/officeDocument/2006/relationships/image" Target="../media/image43.svg"/><Relationship Id="rId38" Type="http://schemas.openxmlformats.org/officeDocument/2006/relationships/image" Target="../media/image105.png"/><Relationship Id="rId46" Type="http://schemas.openxmlformats.org/officeDocument/2006/relationships/image" Target="../media/image56.png"/><Relationship Id="rId59" Type="http://schemas.openxmlformats.org/officeDocument/2006/relationships/image" Target="../media/image69.svg"/><Relationship Id="rId67" Type="http://schemas.openxmlformats.org/officeDocument/2006/relationships/image" Target="../media/image121.svg"/><Relationship Id="rId20" Type="http://schemas.openxmlformats.org/officeDocument/2006/relationships/image" Target="../media/image30.png"/><Relationship Id="rId41" Type="http://schemas.openxmlformats.org/officeDocument/2006/relationships/image" Target="../media/image108.svg"/><Relationship Id="rId54" Type="http://schemas.openxmlformats.org/officeDocument/2006/relationships/image" Target="../media/image64.png"/><Relationship Id="rId62" Type="http://schemas.openxmlformats.org/officeDocument/2006/relationships/image" Target="../media/image72.png"/><Relationship Id="rId70" Type="http://schemas.openxmlformats.org/officeDocument/2006/relationships/image" Target="../media/image80.png"/><Relationship Id="rId75" Type="http://schemas.openxmlformats.org/officeDocument/2006/relationships/image" Target="../media/image126.svg"/><Relationship Id="rId1" Type="http://schemas.openxmlformats.org/officeDocument/2006/relationships/slideMaster" Target="../slideMasters/slideMaster2.xml"/><Relationship Id="rId6" Type="http://schemas.openxmlformats.org/officeDocument/2006/relationships/image" Target="../media/image16.png"/><Relationship Id="rId15" Type="http://schemas.openxmlformats.org/officeDocument/2006/relationships/image" Target="../media/image96.svg"/><Relationship Id="rId23" Type="http://schemas.openxmlformats.org/officeDocument/2006/relationships/image" Target="../media/image98.svg"/><Relationship Id="rId28" Type="http://schemas.openxmlformats.org/officeDocument/2006/relationships/image" Target="../media/image38.png"/><Relationship Id="rId36" Type="http://schemas.openxmlformats.org/officeDocument/2006/relationships/image" Target="../media/image103.png"/><Relationship Id="rId49" Type="http://schemas.openxmlformats.org/officeDocument/2006/relationships/image" Target="../media/image59.svg"/><Relationship Id="rId57" Type="http://schemas.openxmlformats.org/officeDocument/2006/relationships/image" Target="../media/image115.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B2AA6-1EF4-43D7-8B7F-6FD2155750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5F3C37-A197-4A45-B599-E5FF686D81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A1E559-3BAF-463A-941E-2FAD7F007C5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24F8396-CDC2-45E2-9882-C88B0E2EC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16F065-7E8C-45BD-BDDD-7E42DF47A2D2}"/>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1426020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C179-14F9-4A51-B590-614937259F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77C96B-F4DC-49D7-92A7-7AE1ED206C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A893B-11DD-48D6-8576-22C0183C8F4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DCA7215-5EFB-42C5-AA4C-EC4ADED53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1827A1-9192-40BD-882A-029F56CBEABD}"/>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362261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5C0D-2928-44DE-9AFC-2004688D33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1BBF9C-40F9-41DA-8D72-9425C11595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4CD082-B022-45E6-81F2-F8C5D7D13CC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0F639C9-11F2-4F87-B41E-F98CB8575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81DE6-5785-4B52-A5C2-DCAC35C419EB}"/>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316581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2A4F-868E-4E27-A546-7814E7A62F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2EE4B-838F-4F54-955C-DA8CE58B5F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997894-2597-49CF-8E4A-5BF0764FE5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ABA803-2E10-468B-80E6-665DA016EEE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B099631-04EC-4CA2-8EE9-82CD831D56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D3618E-844B-4C42-9492-4EF973E7213D}"/>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466238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18E7-DF11-441E-83D2-423386A60D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FD3D1A-5776-4F80-B4E1-FD57F6CF26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FE3F8E-96FE-4FF7-88FE-5FCA22E97E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70F460-5771-43CF-AB06-7027880D11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59D959-DFA7-4D75-A439-7813113E58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77533F-F0EC-41EE-A284-8128021B8557}"/>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E1614BB5-8884-42D7-8FDA-82E9E9B66C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04E737-9D79-477D-8BF2-2F1569339BC4}"/>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482158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F0BEE-69CE-4440-A456-BD1AF8E019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5FD4C1-7D44-4593-BE11-01DA6FCCADA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4E5E01D9-2ABD-4EAE-A680-0B85774CD0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D50A20-40E3-45FA-8A8F-5CFC5B92578F}"/>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39183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79B9F9-07F9-4C4B-9ADD-26518DBCF003}"/>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4AAC852-FD53-4F48-8EA6-432B16F7CF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513FAD-B621-4442-BECB-0481668257AA}"/>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07646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430C0-67D2-4DC3-8CD3-2893A94F5E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603322-11D9-41BF-BDF8-F4A945482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6F8657-94EE-4778-98D6-D80AE2F705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1D1E9-ED47-417F-B99C-DB4E34F34C6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19BAC5B-BF5E-4C29-84ED-5C900CC9B6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9479CF-094C-4897-AB96-84C2BA289824}"/>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282508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81DE-2A6A-494A-94EB-5C0FD079D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2F3774-F666-4E6B-9D5B-B304D287D4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0CBA95-E688-403A-99AA-E06ED4243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3B820C-CB51-47FB-874F-C49C3F30AD4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BAD49B-DAF7-4ECB-A2F2-39669A53E2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0E94BB-F410-436D-BBAF-AF3815CEB97A}"/>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2396181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E49F-FFDC-412A-AF58-A342DC56EF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6CE5D1-B5A7-4970-81BA-D3ACD51D8C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E1A114-639C-4C23-AABD-0A3E2648390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F949220-28B5-4E45-910B-B385D03BB9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EDD28-FD0C-4DF0-B635-ED6DC0E2AFCD}"/>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3891377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3B3D13-1010-465B-A49D-829B921D13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9F3518-BC1B-4BF6-828C-A64B68949C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81322-5A2C-4F7A-B38C-15D07164C4A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1877C4A-5AA2-42BA-AE06-2A6B47ECB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F17B6-F733-496D-9CF0-1A574731CD0E}"/>
              </a:ext>
            </a:extLst>
          </p:cNvPr>
          <p:cNvSpPr>
            <a:spLocks noGrp="1"/>
          </p:cNvSpPr>
          <p:nvPr>
            <p:ph type="sldNum" sz="quarter" idx="12"/>
          </p:nvPr>
        </p:nvSpPr>
        <p:spPr/>
        <p:txBody>
          <a:bodyPr/>
          <a:lstStyle/>
          <a:p>
            <a:fld id="{DC73E66E-9B34-48EE-8CD4-3A49ABCA6674}" type="slidenum">
              <a:rPr lang="en-US" smtClean="0"/>
              <a:t>‹#›</a:t>
            </a:fld>
            <a:endParaRPr lang="en-US"/>
          </a:p>
        </p:txBody>
      </p:sp>
    </p:spTree>
    <p:extLst>
      <p:ext uri="{BB962C8B-B14F-4D97-AF65-F5344CB8AC3E}">
        <p14:creationId xmlns:p14="http://schemas.microsoft.com/office/powerpoint/2010/main" val="625545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ong Title Cover">
    <p:bg>
      <p:bgPr>
        <a:solidFill>
          <a:schemeClr val="bg1"/>
        </a:solidFill>
        <a:effectLst/>
      </p:bgPr>
    </p:bg>
    <p:spTree>
      <p:nvGrpSpPr>
        <p:cNvPr id="1" name=""/>
        <p:cNvGrpSpPr/>
        <p:nvPr/>
      </p:nvGrpSpPr>
      <p:grpSpPr>
        <a:xfrm>
          <a:off x="0" y="0"/>
          <a:ext cx="0" cy="0"/>
          <a:chOff x="0" y="0"/>
          <a:chExt cx="0" cy="0"/>
        </a:xfrm>
      </p:grpSpPr>
      <p:sp>
        <p:nvSpPr>
          <p:cNvPr id="13" name="Title 1"/>
          <p:cNvSpPr>
            <a:spLocks noGrp="1"/>
          </p:cNvSpPr>
          <p:nvPr>
            <p:ph type="ctrTitle" hasCustomPrompt="1"/>
          </p:nvPr>
        </p:nvSpPr>
        <p:spPr>
          <a:xfrm>
            <a:off x="4912031" y="1494172"/>
            <a:ext cx="6752296" cy="2886831"/>
          </a:xfrm>
        </p:spPr>
        <p:txBody>
          <a:bodyPr anchor="b">
            <a:normAutofit/>
          </a:bodyPr>
          <a:lstStyle>
            <a:lvl1pPr algn="l">
              <a:defRPr sz="3697" b="0" baseline="0">
                <a:solidFill>
                  <a:schemeClr val="tx2"/>
                </a:solidFill>
                <a:latin typeface="Arial" charset="0"/>
                <a:ea typeface="Arial" charset="0"/>
                <a:cs typeface="Arial" charset="0"/>
              </a:defRPr>
            </a:lvl1pPr>
          </a:lstStyle>
          <a:p>
            <a:r>
              <a:rPr lang="en-US"/>
              <a:t>Presentation Title</a:t>
            </a:r>
          </a:p>
        </p:txBody>
      </p:sp>
      <p:sp>
        <p:nvSpPr>
          <p:cNvPr id="16" name="Subtitle 2"/>
          <p:cNvSpPr>
            <a:spLocks noGrp="1"/>
          </p:cNvSpPr>
          <p:nvPr>
            <p:ph type="subTitle" idx="1" hasCustomPrompt="1"/>
          </p:nvPr>
        </p:nvSpPr>
        <p:spPr>
          <a:xfrm>
            <a:off x="4912031" y="4539352"/>
            <a:ext cx="6752296" cy="353241"/>
          </a:xfrm>
        </p:spPr>
        <p:txBody>
          <a:bodyPr>
            <a:normAutofit/>
          </a:bodyPr>
          <a:lstStyle>
            <a:lvl1pPr marL="0" indent="0" algn="l">
              <a:buNone/>
              <a:defRPr sz="899"/>
            </a:lvl1pPr>
            <a:lvl2pPr marL="342575" indent="0" algn="ctr">
              <a:buNone/>
              <a:defRPr sz="1499"/>
            </a:lvl2pPr>
            <a:lvl3pPr marL="685149" indent="0" algn="ctr">
              <a:buNone/>
              <a:defRPr sz="1349"/>
            </a:lvl3pPr>
            <a:lvl4pPr marL="1027722" indent="0" algn="ctr">
              <a:buNone/>
              <a:defRPr sz="1199"/>
            </a:lvl4pPr>
            <a:lvl5pPr marL="1370297" indent="0" algn="ctr">
              <a:buNone/>
              <a:defRPr sz="1199"/>
            </a:lvl5pPr>
            <a:lvl6pPr marL="1712871" indent="0" algn="ctr">
              <a:buNone/>
              <a:defRPr sz="1199"/>
            </a:lvl6pPr>
            <a:lvl7pPr marL="2055446" indent="0" algn="ctr">
              <a:buNone/>
              <a:defRPr sz="1199"/>
            </a:lvl7pPr>
            <a:lvl8pPr marL="2398020" indent="0" algn="ctr">
              <a:buNone/>
              <a:defRPr sz="1199"/>
            </a:lvl8pPr>
            <a:lvl9pPr marL="2740595" indent="0" algn="ctr">
              <a:buNone/>
              <a:defRPr sz="1199"/>
            </a:lvl9pPr>
          </a:lstStyle>
          <a:p>
            <a:r>
              <a:rPr lang="en-US"/>
              <a:t>DATE IN ALL CAPS</a:t>
            </a:r>
          </a:p>
        </p:txBody>
      </p:sp>
      <p:pic>
        <p:nvPicPr>
          <p:cNvPr id="9" name="Picture 8" descr="A group of people that are standing in the grass&#10;&#10;Description automatically generated">
            <a:extLst>
              <a:ext uri="{FF2B5EF4-FFF2-40B4-BE49-F238E27FC236}">
                <a16:creationId xmlns:a16="http://schemas.microsoft.com/office/drawing/2014/main" id="{2C6DE432-1E72-1741-9FBA-9F0D5DED8BE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7511" r="8515"/>
          <a:stretch/>
        </p:blipFill>
        <p:spPr>
          <a:xfrm>
            <a:off x="-5" y="1"/>
            <a:ext cx="4248728" cy="6858000"/>
          </a:xfrm>
          <a:prstGeom prst="rect">
            <a:avLst/>
          </a:prstGeom>
        </p:spPr>
      </p:pic>
      <p:grpSp>
        <p:nvGrpSpPr>
          <p:cNvPr id="11" name="Group 10">
            <a:extLst>
              <a:ext uri="{FF2B5EF4-FFF2-40B4-BE49-F238E27FC236}">
                <a16:creationId xmlns:a16="http://schemas.microsoft.com/office/drawing/2014/main" id="{DD6B388D-77B9-BE4E-AC12-B8B8AF72E426}"/>
              </a:ext>
            </a:extLst>
          </p:cNvPr>
          <p:cNvGrpSpPr/>
          <p:nvPr userDrawn="1"/>
        </p:nvGrpSpPr>
        <p:grpSpPr>
          <a:xfrm>
            <a:off x="0" y="2913399"/>
            <a:ext cx="4664629" cy="1374214"/>
            <a:chOff x="1107317" y="2107322"/>
            <a:chExt cx="2623854" cy="1031615"/>
          </a:xfrm>
        </p:grpSpPr>
        <p:sp>
          <p:nvSpPr>
            <p:cNvPr id="12" name="Rectangle 11">
              <a:extLst>
                <a:ext uri="{FF2B5EF4-FFF2-40B4-BE49-F238E27FC236}">
                  <a16:creationId xmlns:a16="http://schemas.microsoft.com/office/drawing/2014/main" id="{608F4DD6-2606-B94B-9045-41CABE176657}"/>
                </a:ext>
              </a:extLst>
            </p:cNvPr>
            <p:cNvSpPr/>
            <p:nvPr/>
          </p:nvSpPr>
          <p:spPr>
            <a:xfrm>
              <a:off x="1107317" y="2107322"/>
              <a:ext cx="2466201" cy="1031615"/>
            </a:xfrm>
            <a:prstGeom prst="rect">
              <a:avLst/>
            </a:prstGeom>
            <a:solidFill>
              <a:srgbClr val="D15E14"/>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4" name="Rectangle 13">
              <a:extLst>
                <a:ext uri="{FF2B5EF4-FFF2-40B4-BE49-F238E27FC236}">
                  <a16:creationId xmlns:a16="http://schemas.microsoft.com/office/drawing/2014/main" id="{D561B1F5-0FC0-8146-9585-55EECCA1521B}"/>
                </a:ext>
              </a:extLst>
            </p:cNvPr>
            <p:cNvSpPr/>
            <p:nvPr/>
          </p:nvSpPr>
          <p:spPr>
            <a:xfrm flipH="1">
              <a:off x="3621087" y="2107322"/>
              <a:ext cx="110084" cy="1031615"/>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grpSp>
      <p:pic>
        <p:nvPicPr>
          <p:cNvPr id="15" name="Picture 14" descr="A picture containing drawing&#10;&#10;Description automatically generated">
            <a:extLst>
              <a:ext uri="{FF2B5EF4-FFF2-40B4-BE49-F238E27FC236}">
                <a16:creationId xmlns:a16="http://schemas.microsoft.com/office/drawing/2014/main" id="{B953E16F-0399-B246-8809-63C9C2CB17A0}"/>
              </a:ext>
            </a:extLst>
          </p:cNvPr>
          <p:cNvPicPr>
            <a:picLocks noChangeAspect="1"/>
          </p:cNvPicPr>
          <p:nvPr userDrawn="1"/>
        </p:nvPicPr>
        <p:blipFill>
          <a:blip r:embed="rId3"/>
          <a:stretch>
            <a:fillRect/>
          </a:stretch>
        </p:blipFill>
        <p:spPr>
          <a:xfrm>
            <a:off x="527673" y="3136326"/>
            <a:ext cx="3464720" cy="1005886"/>
          </a:xfrm>
          <a:prstGeom prst="rect">
            <a:avLst/>
          </a:prstGeom>
        </p:spPr>
      </p:pic>
    </p:spTree>
    <p:extLst>
      <p:ext uri="{BB962C8B-B14F-4D97-AF65-F5344CB8AC3E}">
        <p14:creationId xmlns:p14="http://schemas.microsoft.com/office/powerpoint/2010/main" val="2386068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199" y="365125"/>
            <a:ext cx="10850460" cy="852651"/>
          </a:xfrm>
        </p:spPr>
        <p:txBody>
          <a:bodyPr/>
          <a:lstStyle/>
          <a:p>
            <a:r>
              <a:rPr lang="en-US"/>
              <a:t>Click to edit title</a:t>
            </a:r>
          </a:p>
        </p:txBody>
      </p:sp>
      <p:sp>
        <p:nvSpPr>
          <p:cNvPr id="8" name="Rectangle 7">
            <a:extLst>
              <a:ext uri="{FF2B5EF4-FFF2-40B4-BE49-F238E27FC236}">
                <a16:creationId xmlns:a16="http://schemas.microsoft.com/office/drawing/2014/main" id="{946202DE-1812-444A-94D3-D47556AD801D}"/>
              </a:ext>
            </a:extLst>
          </p:cNvPr>
          <p:cNvSpPr/>
          <p:nvPr userDrawn="1"/>
        </p:nvSpPr>
        <p:spPr>
          <a:xfrm flipH="1">
            <a:off x="377144" y="346062"/>
            <a:ext cx="83213" cy="852650"/>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0" name="Slide Number Placeholder 3">
            <a:extLst>
              <a:ext uri="{FF2B5EF4-FFF2-40B4-BE49-F238E27FC236}">
                <a16:creationId xmlns:a16="http://schemas.microsoft.com/office/drawing/2014/main" id="{6AE4029C-E93E-1946-A48D-A57B8ACAA7A8}"/>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pic>
        <p:nvPicPr>
          <p:cNvPr id="11" name="Picture 10" descr="A picture containing drawing&#10;&#10;Description automatically generated">
            <a:extLst>
              <a:ext uri="{FF2B5EF4-FFF2-40B4-BE49-F238E27FC236}">
                <a16:creationId xmlns:a16="http://schemas.microsoft.com/office/drawing/2014/main" id="{3B05AF31-2C8B-6541-BA76-C5EED13A4074}"/>
              </a:ext>
            </a:extLst>
          </p:cNvPr>
          <p:cNvPicPr>
            <a:picLocks noChangeAspect="1"/>
          </p:cNvPicPr>
          <p:nvPr userDrawn="1"/>
        </p:nvPicPr>
        <p:blipFill>
          <a:blip r:embed="rId2"/>
          <a:stretch>
            <a:fillRect/>
          </a:stretch>
        </p:blipFill>
        <p:spPr>
          <a:xfrm>
            <a:off x="9448379" y="6361409"/>
            <a:ext cx="2240280" cy="353306"/>
          </a:xfrm>
          <a:prstGeom prst="rect">
            <a:avLst/>
          </a:prstGeom>
        </p:spPr>
      </p:pic>
    </p:spTree>
    <p:extLst>
      <p:ext uri="{BB962C8B-B14F-4D97-AF65-F5344CB8AC3E}">
        <p14:creationId xmlns:p14="http://schemas.microsoft.com/office/powerpoint/2010/main" val="3525955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83A9-A14D-75B7-B5EB-1701713535BB}"/>
              </a:ext>
            </a:extLst>
          </p:cNvPr>
          <p:cNvSpPr>
            <a:spLocks noGrp="1"/>
          </p:cNvSpPr>
          <p:nvPr>
            <p:ph type="title"/>
          </p:nvPr>
        </p:nvSpPr>
        <p:spPr>
          <a:xfrm>
            <a:off x="551329" y="620953"/>
            <a:ext cx="11026589" cy="2043347"/>
          </a:xfrm>
        </p:spPr>
        <p:txBody>
          <a:bodyPr/>
          <a:lstStyle>
            <a:lvl1pPr>
              <a:defRPr b="1">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C37265B-601D-A8E6-F558-F3D4272D1CB0}"/>
              </a:ext>
            </a:extLst>
          </p:cNvPr>
          <p:cNvSpPr>
            <a:spLocks noGrp="1"/>
          </p:cNvSpPr>
          <p:nvPr>
            <p:ph sz="half" idx="1"/>
          </p:nvPr>
        </p:nvSpPr>
        <p:spPr>
          <a:xfrm>
            <a:off x="551329" y="2697371"/>
            <a:ext cx="11026589" cy="38640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C2AC0E68-9322-85EE-BA51-CF72EB11D367}"/>
              </a:ext>
            </a:extLst>
          </p:cNvPr>
          <p:cNvPicPr>
            <a:picLocks noChangeAspect="1"/>
          </p:cNvPicPr>
          <p:nvPr userDrawn="1"/>
        </p:nvPicPr>
        <p:blipFill>
          <a:blip r:embed="rId2"/>
          <a:stretch>
            <a:fillRect/>
          </a:stretch>
        </p:blipFill>
        <p:spPr>
          <a:xfrm>
            <a:off x="4876798" y="67960"/>
            <a:ext cx="2438400" cy="228600"/>
          </a:xfrm>
          <a:prstGeom prst="rect">
            <a:avLst/>
          </a:prstGeom>
        </p:spPr>
      </p:pic>
      <p:cxnSp>
        <p:nvCxnSpPr>
          <p:cNvPr id="9" name="Straight Connector 8">
            <a:extLst>
              <a:ext uri="{FF2B5EF4-FFF2-40B4-BE49-F238E27FC236}">
                <a16:creationId xmlns:a16="http://schemas.microsoft.com/office/drawing/2014/main" id="{6EAD38DD-DC0B-CA38-F6F8-63AA2F7FB3A9}"/>
              </a:ext>
            </a:extLst>
          </p:cNvPr>
          <p:cNvCxnSpPr/>
          <p:nvPr userDrawn="1"/>
        </p:nvCxnSpPr>
        <p:spPr>
          <a:xfrm>
            <a:off x="0" y="330428"/>
            <a:ext cx="12192000" cy="0"/>
          </a:xfrm>
          <a:prstGeom prst="line">
            <a:avLst/>
          </a:prstGeom>
          <a:ln w="19050">
            <a:solidFill>
              <a:schemeClr val="bg1">
                <a:lumMod val="75000"/>
                <a:alpha val="3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E2837FB6-3E05-1391-E32A-047CB0BA6554}"/>
              </a:ext>
            </a:extLst>
          </p:cNvPr>
          <p:cNvSpPr>
            <a:spLocks noGrp="1"/>
          </p:cNvSpPr>
          <p:nvPr>
            <p:ph type="dt" sz="half" idx="10"/>
          </p:nvPr>
        </p:nvSpPr>
        <p:spPr>
          <a:xfrm>
            <a:off x="130629" y="106065"/>
            <a:ext cx="2743200" cy="365125"/>
          </a:xfrm>
        </p:spPr>
        <p:txBody>
          <a:bodyPr/>
          <a:lstStyle/>
          <a:p>
            <a:endParaRPr lang="en-US"/>
          </a:p>
        </p:txBody>
      </p:sp>
      <p:sp>
        <p:nvSpPr>
          <p:cNvPr id="11" name="Slide Number Placeholder 5">
            <a:extLst>
              <a:ext uri="{FF2B5EF4-FFF2-40B4-BE49-F238E27FC236}">
                <a16:creationId xmlns:a16="http://schemas.microsoft.com/office/drawing/2014/main" id="{DDA56454-B273-1156-879E-5C537A119DF7}"/>
              </a:ext>
            </a:extLst>
          </p:cNvPr>
          <p:cNvSpPr>
            <a:spLocks noGrp="1"/>
          </p:cNvSpPr>
          <p:nvPr>
            <p:ph type="sldNum" sz="quarter" idx="12"/>
          </p:nvPr>
        </p:nvSpPr>
        <p:spPr>
          <a:xfrm>
            <a:off x="9318167" y="109741"/>
            <a:ext cx="2743200" cy="365125"/>
          </a:xfrm>
        </p:spPr>
        <p:txBody>
          <a:bodyPr/>
          <a:lstStyle/>
          <a:p>
            <a:fld id="{5177E86D-7296-3541-AD70-28950AAAF14D}" type="slidenum">
              <a:rPr lang="en-US" smtClean="0"/>
              <a:t>‹#›</a:t>
            </a:fld>
            <a:endParaRPr lang="en-US"/>
          </a:p>
        </p:txBody>
      </p:sp>
    </p:spTree>
    <p:extLst>
      <p:ext uri="{BB962C8B-B14F-4D97-AF65-F5344CB8AC3E}">
        <p14:creationId xmlns:p14="http://schemas.microsoft.com/office/powerpoint/2010/main" val="828553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8_Custom Layout">
    <p:bg>
      <p:bgPr>
        <a:solidFill>
          <a:srgbClr val="FFFFFF"/>
        </a:solidFill>
        <a:effectLst/>
      </p:bgPr>
    </p:bg>
    <p:spTree>
      <p:nvGrpSpPr>
        <p:cNvPr id="1" name=""/>
        <p:cNvGrpSpPr/>
        <p:nvPr/>
      </p:nvGrpSpPr>
      <p:grpSpPr>
        <a:xfrm>
          <a:off x="0" y="0"/>
          <a:ext cx="0" cy="0"/>
          <a:chOff x="0" y="0"/>
          <a:chExt cx="0" cy="0"/>
        </a:xfrm>
      </p:grpSpPr>
      <p:sp>
        <p:nvSpPr>
          <p:cNvPr id="2" name="New shape"/>
          <p:cNvSpPr/>
          <p:nvPr/>
        </p:nvSpPr>
        <p:spPr>
          <a:xfrm>
            <a:off x="377162" y="345948"/>
            <a:ext cx="83207" cy="852424"/>
          </a:xfrm>
          <a:prstGeom prst="rect">
            <a:avLst/>
          </a:prstGeom>
          <a:ln w="25400">
            <a:noFill/>
            <a:prstDash val="solid"/>
            <a:miter/>
          </a:ln>
        </p:spPr>
        <p:style>
          <a:lnRef idx="2">
            <a:schemeClr val="accent1">
              <a:shade val="50000"/>
            </a:schemeClr>
          </a:lnRef>
          <a:fillRef idx="1">
            <a:srgbClr val="D15D13"/>
          </a:fillRef>
          <a:effectRef idx="0">
            <a:schemeClr val="accent1"/>
          </a:effectRef>
          <a:fontRef idx="minor">
            <a:schemeClr val="lt1"/>
          </a:fontRef>
        </p:style>
        <p:txBody>
          <a:bodyPr lIns="91440" tIns="53340" rIns="91440" bIns="91440" rtlCol="0" anchor="ctr"/>
          <a:lstStyle/>
          <a:p>
            <a:endParaRPr sz="1800"/>
          </a:p>
        </p:txBody>
      </p:sp>
      <p:sp>
        <p:nvSpPr>
          <p:cNvPr id="3" name="New shape"/>
          <p:cNvSpPr/>
          <p:nvPr/>
        </p:nvSpPr>
        <p:spPr>
          <a:xfrm>
            <a:off x="306277" y="6371464"/>
            <a:ext cx="1064029" cy="317627"/>
          </a:xfrm>
          <a:prstGeom prst="rect">
            <a:avLst/>
          </a:prstGeom>
          <a:noFill/>
          <a:ln w="9525">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68580" tIns="0" rIns="68580" bIns="34290" rtlCol="0" anchor="ctr"/>
          <a:lstStyle/>
          <a:p>
            <a:pPr algn="l" defTabSz="457200">
              <a:lnSpc>
                <a:spcPct val="97000"/>
              </a:lnSpc>
              <a:spcBef>
                <a:spcPct val="0"/>
              </a:spcBef>
              <a:spcAft>
                <a:spcPct val="0"/>
              </a:spcAft>
            </a:pPr>
            <a:fld id="{0AE8BEBF-BD97-4FC8-9C52-4E9BADC5BFF0}" type="slidenum">
              <a:rPr sz="800">
                <a:solidFill>
                  <a:srgbClr val="808080"/>
                </a:solidFill>
                <a:latin typeface="Arial"/>
                <a:ea typeface="Arial"/>
              </a:rPr>
              <a:pPr algn="l" defTabSz="457200">
                <a:lnSpc>
                  <a:spcPct val="97000"/>
                </a:lnSpc>
                <a:spcBef>
                  <a:spcPct val="0"/>
                </a:spcBef>
                <a:spcAft>
                  <a:spcPct val="0"/>
                </a:spcAft>
              </a:pPr>
              <a:t>‹#›</a:t>
            </a:fld>
            <a:endParaRPr sz="800">
              <a:solidFill>
                <a:srgbClr val="808080"/>
              </a:solidFill>
              <a:latin typeface="Arial"/>
              <a:ea typeface="Arial"/>
            </a:endParaRPr>
          </a:p>
        </p:txBody>
      </p:sp>
      <p:sp>
        <p:nvSpPr>
          <p:cNvPr id="4" name="New shape"/>
          <p:cNvSpPr/>
          <p:nvPr/>
        </p:nvSpPr>
        <p:spPr>
          <a:xfrm>
            <a:off x="9450753" y="6405499"/>
            <a:ext cx="2240864" cy="264922"/>
          </a:xfrm>
          <a:prstGeom prst="rect">
            <a:avLst/>
          </a:prstGeom>
          <a:noFill/>
          <a:ln w="9525">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p>
            <a:endParaRPr sz="1800"/>
          </a:p>
        </p:txBody>
      </p:sp>
      <p:sp>
        <p:nvSpPr>
          <p:cNvPr id="5" name="New shape"/>
          <p:cNvSpPr/>
          <p:nvPr/>
        </p:nvSpPr>
        <p:spPr>
          <a:xfrm>
            <a:off x="9450753" y="6405499"/>
            <a:ext cx="2240864" cy="264922"/>
          </a:xfrm>
          <a:prstGeom prst="rect">
            <a:avLst/>
          </a:prstGeom>
          <a:noFill/>
          <a:ln w="9525">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p>
            <a:endParaRPr sz="1800"/>
          </a:p>
        </p:txBody>
      </p:sp>
      <p:pic>
        <p:nvPicPr>
          <p:cNvPr id="6" name="New picture"/>
          <p:cNvPicPr/>
          <p:nvPr/>
        </p:nvPicPr>
        <p:blipFill>
          <a:blip r:embed="rId2"/>
          <a:stretch>
            <a:fillRect/>
          </a:stretch>
        </p:blipFill>
        <p:spPr>
          <a:xfrm>
            <a:off x="9450753" y="6405499"/>
            <a:ext cx="2240864" cy="264922"/>
          </a:xfrm>
          <a:prstGeom prst="rect">
            <a:avLst/>
          </a:prstGeom>
        </p:spPr>
      </p:pic>
    </p:spTree>
    <p:extLst>
      <p:ext uri="{BB962C8B-B14F-4D97-AF65-F5344CB8AC3E}">
        <p14:creationId xmlns:p14="http://schemas.microsoft.com/office/powerpoint/2010/main" val="279364821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er_6_Teal">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1" y="1"/>
            <a:ext cx="4543260" cy="6858000"/>
          </a:xfrm>
          <a:prstGeom prst="rect">
            <a:avLst/>
          </a:prstGeom>
          <a:solidFill>
            <a:schemeClr val="accent2">
              <a:alpha val="74902"/>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D15E14"/>
              </a:solidFill>
              <a:effectLst/>
              <a:uLnTx/>
              <a:uFillTx/>
              <a:latin typeface="Arial" panose="020B0604020202020204"/>
              <a:ea typeface=""/>
              <a:cs typeface=""/>
            </a:endParaRPr>
          </a:p>
        </p:txBody>
      </p:sp>
      <p:sp>
        <p:nvSpPr>
          <p:cNvPr id="21" name="Text Placeholder 20"/>
          <p:cNvSpPr>
            <a:spLocks noGrp="1"/>
          </p:cNvSpPr>
          <p:nvPr>
            <p:ph type="body" sz="quarter" idx="13"/>
          </p:nvPr>
        </p:nvSpPr>
        <p:spPr>
          <a:xfrm>
            <a:off x="487680" y="791747"/>
            <a:ext cx="3535680" cy="5347335"/>
          </a:xfrm>
        </p:spPr>
        <p:txBody>
          <a:bodyPr anchor="ctr"/>
          <a:lstStyle>
            <a:lvl1pPr marL="0" indent="0" algn="l">
              <a:buFontTx/>
              <a:buNone/>
              <a:defRPr sz="4396">
                <a:solidFill>
                  <a:schemeClr val="bg1"/>
                </a:solidFill>
              </a:defRPr>
            </a:lvl1pPr>
            <a:lvl2pPr marL="10574" indent="0" algn="l">
              <a:buFontTx/>
              <a:buNone/>
              <a:defRPr sz="2664">
                <a:solidFill>
                  <a:schemeClr val="bg1"/>
                </a:solidFill>
              </a:defRPr>
            </a:lvl2pPr>
          </a:lstStyle>
          <a:p>
            <a:pPr lvl="0"/>
            <a:r>
              <a:rPr lang="en-US"/>
              <a:t>Click to edit Master text styles</a:t>
            </a:r>
          </a:p>
          <a:p>
            <a:pPr lvl="1"/>
            <a:r>
              <a:rPr lang="en-US"/>
              <a:t>Second level</a:t>
            </a:r>
          </a:p>
        </p:txBody>
      </p:sp>
      <p:sp>
        <p:nvSpPr>
          <p:cNvPr id="9" name="Rectangle 8">
            <a:extLst>
              <a:ext uri="{FF2B5EF4-FFF2-40B4-BE49-F238E27FC236}">
                <a16:creationId xmlns:a16="http://schemas.microsoft.com/office/drawing/2014/main" id="{DB09C6F0-1006-1645-B996-1F90D4E4448E}"/>
              </a:ext>
            </a:extLst>
          </p:cNvPr>
          <p:cNvSpPr/>
          <p:nvPr userDrawn="1"/>
        </p:nvSpPr>
        <p:spPr>
          <a:xfrm>
            <a:off x="9593431" y="5593189"/>
            <a:ext cx="1050187" cy="916662"/>
          </a:xfrm>
          <a:prstGeom prst="rect">
            <a:avLst/>
          </a:prstGeom>
          <a:gradFill flip="none" rotWithShape="1">
            <a:gsLst>
              <a:gs pos="0">
                <a:schemeClr val="bg1">
                  <a:alpha val="46000"/>
                </a:schemeClr>
              </a:gs>
              <a:gs pos="54000">
                <a:schemeClr val="bg1">
                  <a:shade val="100000"/>
                  <a:satMod val="115000"/>
                  <a:alpha val="9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3E7D5045-0D06-174A-AE87-A5223DF47F70}"/>
              </a:ext>
            </a:extLst>
          </p:cNvPr>
          <p:cNvSpPr/>
          <p:nvPr userDrawn="1"/>
        </p:nvSpPr>
        <p:spPr>
          <a:xfrm>
            <a:off x="9750998" y="5593189"/>
            <a:ext cx="2441001" cy="91666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5D8313F-6C03-B745-8ADB-B5469EA684FA}"/>
              </a:ext>
            </a:extLst>
          </p:cNvPr>
          <p:cNvSpPr/>
          <p:nvPr userDrawn="1"/>
        </p:nvSpPr>
        <p:spPr>
          <a:xfrm flipH="1">
            <a:off x="9581239" y="5593189"/>
            <a:ext cx="118711" cy="916662"/>
          </a:xfrm>
          <a:prstGeom prst="rect">
            <a:avLst/>
          </a:prstGeom>
          <a:solidFill>
            <a:srgbClr val="0071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262BC14D-17EC-4E4F-9990-F06A5B244F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72372" y="5755977"/>
            <a:ext cx="1596033" cy="591086"/>
          </a:xfrm>
          <a:prstGeom prst="rect">
            <a:avLst/>
          </a:prstGeom>
        </p:spPr>
      </p:pic>
      <p:sp>
        <p:nvSpPr>
          <p:cNvPr id="12" name="Rectangle 11">
            <a:extLst>
              <a:ext uri="{FF2B5EF4-FFF2-40B4-BE49-F238E27FC236}">
                <a16:creationId xmlns:a16="http://schemas.microsoft.com/office/drawing/2014/main" id="{A6932F03-26C6-C340-81AC-51104CAB8D7F}"/>
              </a:ext>
            </a:extLst>
          </p:cNvPr>
          <p:cNvSpPr/>
          <p:nvPr userDrawn="1"/>
        </p:nvSpPr>
        <p:spPr>
          <a:xfrm>
            <a:off x="4511041" y="-5597"/>
            <a:ext cx="100748" cy="6863597"/>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FFFFFF"/>
              </a:solidFill>
              <a:effectLst/>
              <a:uLnTx/>
              <a:uFillTx/>
              <a:latin typeface="Arial" panose="020B0604020202020204"/>
              <a:ea typeface=""/>
              <a:cs typeface=""/>
            </a:endParaRPr>
          </a:p>
        </p:txBody>
      </p:sp>
    </p:spTree>
    <p:extLst>
      <p:ext uri="{BB962C8B-B14F-4D97-AF65-F5344CB8AC3E}">
        <p14:creationId xmlns:p14="http://schemas.microsoft.com/office/powerpoint/2010/main" val="192108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_7_Teal">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1" y="1"/>
            <a:ext cx="4537540" cy="6858000"/>
          </a:xfrm>
          <a:prstGeom prst="rect">
            <a:avLst/>
          </a:prstGeom>
          <a:solidFill>
            <a:schemeClr val="accent2">
              <a:alpha val="74902"/>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D15E14"/>
              </a:solidFill>
              <a:effectLst/>
              <a:uLnTx/>
              <a:uFillTx/>
              <a:latin typeface="Arial" panose="020B0604020202020204"/>
              <a:ea typeface=""/>
              <a:cs typeface=""/>
            </a:endParaRPr>
          </a:p>
        </p:txBody>
      </p:sp>
      <p:sp>
        <p:nvSpPr>
          <p:cNvPr id="21" name="Text Placeholder 20"/>
          <p:cNvSpPr>
            <a:spLocks noGrp="1"/>
          </p:cNvSpPr>
          <p:nvPr>
            <p:ph type="body" sz="quarter" idx="13"/>
          </p:nvPr>
        </p:nvSpPr>
        <p:spPr>
          <a:xfrm>
            <a:off x="487680" y="791747"/>
            <a:ext cx="3535680" cy="5347335"/>
          </a:xfrm>
        </p:spPr>
        <p:txBody>
          <a:bodyPr anchor="ctr"/>
          <a:lstStyle>
            <a:lvl1pPr marL="0" indent="0" algn="l">
              <a:buFontTx/>
              <a:buNone/>
              <a:defRPr sz="4396">
                <a:solidFill>
                  <a:schemeClr val="bg1"/>
                </a:solidFill>
              </a:defRPr>
            </a:lvl1pPr>
            <a:lvl2pPr marL="10574" indent="0" algn="l">
              <a:buFontTx/>
              <a:buNone/>
              <a:defRPr sz="2664">
                <a:solidFill>
                  <a:schemeClr val="bg1"/>
                </a:solidFill>
              </a:defRPr>
            </a:lvl2pPr>
          </a:lstStyle>
          <a:p>
            <a:pPr lvl="0"/>
            <a:r>
              <a:rPr lang="en-US"/>
              <a:t>Click to edit Master text styles</a:t>
            </a:r>
          </a:p>
          <a:p>
            <a:pPr lvl="1"/>
            <a:r>
              <a:rPr lang="en-US"/>
              <a:t>Second level</a:t>
            </a:r>
          </a:p>
        </p:txBody>
      </p:sp>
      <p:sp>
        <p:nvSpPr>
          <p:cNvPr id="9" name="Rectangle 8">
            <a:extLst>
              <a:ext uri="{FF2B5EF4-FFF2-40B4-BE49-F238E27FC236}">
                <a16:creationId xmlns:a16="http://schemas.microsoft.com/office/drawing/2014/main" id="{C8E227A7-DEEE-D843-98E2-1105A8BA2F19}"/>
              </a:ext>
            </a:extLst>
          </p:cNvPr>
          <p:cNvSpPr/>
          <p:nvPr userDrawn="1"/>
        </p:nvSpPr>
        <p:spPr>
          <a:xfrm>
            <a:off x="9593431" y="5593189"/>
            <a:ext cx="1050187" cy="916662"/>
          </a:xfrm>
          <a:prstGeom prst="rect">
            <a:avLst/>
          </a:prstGeom>
          <a:gradFill flip="none" rotWithShape="1">
            <a:gsLst>
              <a:gs pos="0">
                <a:schemeClr val="bg1">
                  <a:alpha val="46000"/>
                </a:schemeClr>
              </a:gs>
              <a:gs pos="54000">
                <a:schemeClr val="bg1">
                  <a:shade val="100000"/>
                  <a:satMod val="115000"/>
                  <a:alpha val="9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96ED8DA7-594B-A542-A88A-84F5AC581B36}"/>
              </a:ext>
            </a:extLst>
          </p:cNvPr>
          <p:cNvSpPr/>
          <p:nvPr userDrawn="1"/>
        </p:nvSpPr>
        <p:spPr>
          <a:xfrm>
            <a:off x="9750998" y="5593189"/>
            <a:ext cx="2441001" cy="91666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1EDF06E-53AE-5E46-AD9E-04BE42806559}"/>
              </a:ext>
            </a:extLst>
          </p:cNvPr>
          <p:cNvSpPr/>
          <p:nvPr userDrawn="1"/>
        </p:nvSpPr>
        <p:spPr>
          <a:xfrm flipH="1">
            <a:off x="9581239" y="5593189"/>
            <a:ext cx="118711" cy="916662"/>
          </a:xfrm>
          <a:prstGeom prst="rect">
            <a:avLst/>
          </a:prstGeom>
          <a:solidFill>
            <a:srgbClr val="0071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F8A7C9E7-A696-6D4F-970B-F5298E48ED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72372" y="5755977"/>
            <a:ext cx="1596033" cy="591086"/>
          </a:xfrm>
          <a:prstGeom prst="rect">
            <a:avLst/>
          </a:prstGeom>
        </p:spPr>
      </p:pic>
      <p:sp>
        <p:nvSpPr>
          <p:cNvPr id="12" name="Rectangle 11">
            <a:extLst>
              <a:ext uri="{FF2B5EF4-FFF2-40B4-BE49-F238E27FC236}">
                <a16:creationId xmlns:a16="http://schemas.microsoft.com/office/drawing/2014/main" id="{8392A455-400C-6D4F-9992-92FAAFA2CB8A}"/>
              </a:ext>
            </a:extLst>
          </p:cNvPr>
          <p:cNvSpPr/>
          <p:nvPr userDrawn="1"/>
        </p:nvSpPr>
        <p:spPr>
          <a:xfrm>
            <a:off x="4511041" y="-5597"/>
            <a:ext cx="100748" cy="6863597"/>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FFFFFF"/>
              </a:solidFill>
              <a:effectLst/>
              <a:uLnTx/>
              <a:uFillTx/>
              <a:latin typeface="Arial" panose="020B0604020202020204"/>
              <a:ea typeface=""/>
              <a:cs typeface=""/>
            </a:endParaRPr>
          </a:p>
        </p:txBody>
      </p:sp>
    </p:spTree>
    <p:extLst>
      <p:ext uri="{BB962C8B-B14F-4D97-AF65-F5344CB8AC3E}">
        <p14:creationId xmlns:p14="http://schemas.microsoft.com/office/powerpoint/2010/main" val="2605769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B3AB55-0D37-3140-A9E7-33AAF3687298}"/>
              </a:ext>
            </a:extLst>
          </p:cNvPr>
          <p:cNvSpPr/>
          <p:nvPr userDrawn="1"/>
        </p:nvSpPr>
        <p:spPr>
          <a:xfrm>
            <a:off x="6509003" y="1"/>
            <a:ext cx="5689327" cy="6858000"/>
          </a:xfrm>
          <a:prstGeom prst="rect">
            <a:avLst/>
          </a:prstGeom>
          <a:solidFill>
            <a:schemeClr val="accent2"/>
          </a:solidFill>
          <a:ln w="9525"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FFFFFF"/>
              </a:solidFill>
              <a:effectLst/>
              <a:uLnTx/>
              <a:uFillTx/>
              <a:latin typeface="Arial" panose="020B0604020202020204"/>
              <a:ea typeface=""/>
              <a:cs typeface=""/>
            </a:endParaRPr>
          </a:p>
        </p:txBody>
      </p:sp>
      <p:pic>
        <p:nvPicPr>
          <p:cNvPr id="17" name="Picture 16">
            <a:extLst>
              <a:ext uri="{FF2B5EF4-FFF2-40B4-BE49-F238E27FC236}">
                <a16:creationId xmlns:a16="http://schemas.microsoft.com/office/drawing/2014/main" id="{8F238495-B360-0E40-B3E5-04DDB90C8F84}"/>
              </a:ext>
            </a:extLst>
          </p:cNvPr>
          <p:cNvPicPr>
            <a:picLocks noChangeAspect="1"/>
          </p:cNvPicPr>
          <p:nvPr userDrawn="1"/>
        </p:nvPicPr>
        <p:blipFill>
          <a:blip r:embed="rId2" cstate="email">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6509532" y="1"/>
            <a:ext cx="5682468" cy="6858000"/>
          </a:xfrm>
          <a:prstGeom prst="rect">
            <a:avLst/>
          </a:prstGeom>
        </p:spPr>
      </p:pic>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5294313"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200" y="365125"/>
            <a:ext cx="5257800" cy="852651"/>
          </a:xfrm>
        </p:spPr>
        <p:txBody>
          <a:bodyPr/>
          <a:lstStyle/>
          <a:p>
            <a:r>
              <a:rPr lang="en-US"/>
              <a:t>Click to edit title</a:t>
            </a:r>
          </a:p>
        </p:txBody>
      </p:sp>
      <p:sp>
        <p:nvSpPr>
          <p:cNvPr id="8" name="Rectangle 7">
            <a:extLst>
              <a:ext uri="{FF2B5EF4-FFF2-40B4-BE49-F238E27FC236}">
                <a16:creationId xmlns:a16="http://schemas.microsoft.com/office/drawing/2014/main" id="{946202DE-1812-444A-94D3-D47556AD801D}"/>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5" name="Content Placeholder 15">
            <a:extLst>
              <a:ext uri="{FF2B5EF4-FFF2-40B4-BE49-F238E27FC236}">
                <a16:creationId xmlns:a16="http://schemas.microsoft.com/office/drawing/2014/main" id="{35B425C8-8E9D-8940-93EC-4F9AB1E8C103}"/>
              </a:ext>
            </a:extLst>
          </p:cNvPr>
          <p:cNvSpPr>
            <a:spLocks noGrp="1"/>
          </p:cNvSpPr>
          <p:nvPr>
            <p:ph sz="quarter" idx="21"/>
          </p:nvPr>
        </p:nvSpPr>
        <p:spPr>
          <a:xfrm>
            <a:off x="7111775" y="674688"/>
            <a:ext cx="4479925" cy="503237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Rectangle 26">
            <a:extLst>
              <a:ext uri="{FF2B5EF4-FFF2-40B4-BE49-F238E27FC236}">
                <a16:creationId xmlns:a16="http://schemas.microsoft.com/office/drawing/2014/main" id="{4BADFC44-67F4-764A-ABBF-BF726B2CE161}"/>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8" name="Picture 27">
            <a:extLst>
              <a:ext uri="{FF2B5EF4-FFF2-40B4-BE49-F238E27FC236}">
                <a16:creationId xmlns:a16="http://schemas.microsoft.com/office/drawing/2014/main" id="{E59B3C80-8BEE-5349-9CC8-C8A2FEE99C2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9" name="Rectangle 28">
            <a:extLst>
              <a:ext uri="{FF2B5EF4-FFF2-40B4-BE49-F238E27FC236}">
                <a16:creationId xmlns:a16="http://schemas.microsoft.com/office/drawing/2014/main" id="{923D9838-C4FD-6441-ADA7-4BC18C74BCA7}"/>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0" name="Rectangle 29">
            <a:extLst>
              <a:ext uri="{FF2B5EF4-FFF2-40B4-BE49-F238E27FC236}">
                <a16:creationId xmlns:a16="http://schemas.microsoft.com/office/drawing/2014/main" id="{BDA05499-3FD9-2543-A2B9-C21EACCACE5C}"/>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1" name="Slide Number Placeholder 3">
            <a:extLst>
              <a:ext uri="{FF2B5EF4-FFF2-40B4-BE49-F238E27FC236}">
                <a16:creationId xmlns:a16="http://schemas.microsoft.com/office/drawing/2014/main" id="{CD94A385-7578-A447-B4D5-6618CDFC3B04}"/>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3938772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B3AB55-0D37-3140-A9E7-33AAF3687298}"/>
              </a:ext>
            </a:extLst>
          </p:cNvPr>
          <p:cNvSpPr/>
          <p:nvPr userDrawn="1"/>
        </p:nvSpPr>
        <p:spPr>
          <a:xfrm>
            <a:off x="6509003" y="0"/>
            <a:ext cx="5689327" cy="6858000"/>
          </a:xfrm>
          <a:prstGeom prst="rect">
            <a:avLst/>
          </a:prstGeom>
          <a:solidFill>
            <a:schemeClr val="accent2"/>
          </a:solidFill>
          <a:ln w="9525"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FFFFFF"/>
              </a:solidFill>
              <a:effectLst/>
              <a:uLnTx/>
              <a:uFillTx/>
              <a:latin typeface="Arial" panose="020B0604020202020204"/>
              <a:ea typeface=""/>
              <a:cs typeface=""/>
            </a:endParaRPr>
          </a:p>
        </p:txBody>
      </p:sp>
      <p:pic>
        <p:nvPicPr>
          <p:cNvPr id="17" name="Picture 16">
            <a:extLst>
              <a:ext uri="{FF2B5EF4-FFF2-40B4-BE49-F238E27FC236}">
                <a16:creationId xmlns:a16="http://schemas.microsoft.com/office/drawing/2014/main" id="{6E6E18B2-B4C9-494D-A288-DAABC30B3963}"/>
              </a:ext>
            </a:extLst>
          </p:cNvPr>
          <p:cNvPicPr>
            <a:picLocks noChangeAspect="1"/>
          </p:cNvPicPr>
          <p:nvPr userDrawn="1"/>
        </p:nvPicPr>
        <p:blipFill>
          <a:blip r:embed="rId2" cstate="email">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6509532" y="0"/>
            <a:ext cx="5682468" cy="6858000"/>
          </a:xfrm>
          <a:prstGeom prst="rect">
            <a:avLst/>
          </a:prstGeom>
          <a:effectLst/>
        </p:spPr>
      </p:pic>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5294313"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200" y="365126"/>
            <a:ext cx="5257800" cy="526126"/>
          </a:xfrm>
        </p:spPr>
        <p:txBody>
          <a:bodyPr anchor="b">
            <a:noAutofit/>
          </a:bodyPr>
          <a:lstStyle>
            <a:lvl1pPr>
              <a:defRPr sz="3200"/>
            </a:lvl1pPr>
          </a:lstStyle>
          <a:p>
            <a:r>
              <a:rPr lang="en-US"/>
              <a:t>Click to edit title</a:t>
            </a:r>
          </a:p>
        </p:txBody>
      </p:sp>
      <p:sp>
        <p:nvSpPr>
          <p:cNvPr id="8" name="Rectangle 7">
            <a:extLst>
              <a:ext uri="{FF2B5EF4-FFF2-40B4-BE49-F238E27FC236}">
                <a16:creationId xmlns:a16="http://schemas.microsoft.com/office/drawing/2014/main" id="{946202DE-1812-444A-94D3-D47556AD801D}"/>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6" name="Text Placeholder 15">
            <a:extLst>
              <a:ext uri="{FF2B5EF4-FFF2-40B4-BE49-F238E27FC236}">
                <a16:creationId xmlns:a16="http://schemas.microsoft.com/office/drawing/2014/main" id="{E241C250-596E-0546-9A3E-529E07C63B8B}"/>
              </a:ext>
            </a:extLst>
          </p:cNvPr>
          <p:cNvSpPr>
            <a:spLocks noGrp="1"/>
          </p:cNvSpPr>
          <p:nvPr>
            <p:ph type="body" sz="quarter" idx="21"/>
          </p:nvPr>
        </p:nvSpPr>
        <p:spPr>
          <a:xfrm>
            <a:off x="832992" y="903288"/>
            <a:ext cx="5263008" cy="295424"/>
          </a:xfrm>
        </p:spPr>
        <p:txBody>
          <a:bodyPr anchor="ctr">
            <a:normAutofit/>
          </a:bodyPr>
          <a:lstStyle>
            <a:lvl1pPr marL="0" indent="0">
              <a:buFontTx/>
              <a:buNone/>
              <a:defRPr sz="1400"/>
            </a:lvl1pPr>
          </a:lstStyle>
          <a:p>
            <a:pPr lvl="0"/>
            <a:r>
              <a:rPr lang="en-US"/>
              <a:t>Click to edit Master text styles</a:t>
            </a:r>
          </a:p>
        </p:txBody>
      </p:sp>
      <p:sp>
        <p:nvSpPr>
          <p:cNvPr id="19" name="Content Placeholder 15">
            <a:extLst>
              <a:ext uri="{FF2B5EF4-FFF2-40B4-BE49-F238E27FC236}">
                <a16:creationId xmlns:a16="http://schemas.microsoft.com/office/drawing/2014/main" id="{E182C012-5CD8-DA46-8F6C-2B2C79B8C993}"/>
              </a:ext>
            </a:extLst>
          </p:cNvPr>
          <p:cNvSpPr>
            <a:spLocks noGrp="1"/>
          </p:cNvSpPr>
          <p:nvPr>
            <p:ph sz="quarter" idx="22"/>
          </p:nvPr>
        </p:nvSpPr>
        <p:spPr>
          <a:xfrm>
            <a:off x="7111775" y="674688"/>
            <a:ext cx="4479925" cy="503237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Rectangle 25">
            <a:extLst>
              <a:ext uri="{FF2B5EF4-FFF2-40B4-BE49-F238E27FC236}">
                <a16:creationId xmlns:a16="http://schemas.microsoft.com/office/drawing/2014/main" id="{EB8B8BF4-A5AD-964A-ADB0-9A309F2FD08E}"/>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7" name="Picture 26">
            <a:extLst>
              <a:ext uri="{FF2B5EF4-FFF2-40B4-BE49-F238E27FC236}">
                <a16:creationId xmlns:a16="http://schemas.microsoft.com/office/drawing/2014/main" id="{A51B7B1E-03E3-974C-9728-45D5F9FE9AF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8" name="Rectangle 27">
            <a:extLst>
              <a:ext uri="{FF2B5EF4-FFF2-40B4-BE49-F238E27FC236}">
                <a16:creationId xmlns:a16="http://schemas.microsoft.com/office/drawing/2014/main" id="{C931CD91-0F20-5145-AFF1-487BB1947B11}"/>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9" name="Rectangle 28">
            <a:extLst>
              <a:ext uri="{FF2B5EF4-FFF2-40B4-BE49-F238E27FC236}">
                <a16:creationId xmlns:a16="http://schemas.microsoft.com/office/drawing/2014/main" id="{03C5C78F-A29A-6A42-AB71-2825B2097380}"/>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0" name="Slide Number Placeholder 3">
            <a:extLst>
              <a:ext uri="{FF2B5EF4-FFF2-40B4-BE49-F238E27FC236}">
                <a16:creationId xmlns:a16="http://schemas.microsoft.com/office/drawing/2014/main" id="{2BA13960-D034-2B42-9200-56EFD577475B}"/>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124679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5220E3B-F32E-4B44-98A9-515747BBB4FF}"/>
              </a:ext>
            </a:extLst>
          </p:cNvPr>
          <p:cNvSpPr>
            <a:spLocks noGrp="1"/>
          </p:cNvSpPr>
          <p:nvPr>
            <p:ph sz="quarter" idx="20"/>
          </p:nvPr>
        </p:nvSpPr>
        <p:spPr>
          <a:xfrm>
            <a:off x="838200" y="1817688"/>
            <a:ext cx="10325100" cy="3905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199" y="365125"/>
            <a:ext cx="10325669" cy="852651"/>
          </a:xfrm>
        </p:spPr>
        <p:txBody>
          <a:bodyPr/>
          <a:lstStyle/>
          <a:p>
            <a:r>
              <a:rPr lang="en-US"/>
              <a:t>Click to edit title</a:t>
            </a:r>
          </a:p>
        </p:txBody>
      </p:sp>
      <p:sp>
        <p:nvSpPr>
          <p:cNvPr id="15" name="Rectangle 14">
            <a:extLst>
              <a:ext uri="{FF2B5EF4-FFF2-40B4-BE49-F238E27FC236}">
                <a16:creationId xmlns:a16="http://schemas.microsoft.com/office/drawing/2014/main" id="{C9E6FFCC-B4C5-7142-9274-0E1B9E2EAF9F}"/>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2" name="Rectangle 21">
            <a:extLst>
              <a:ext uri="{FF2B5EF4-FFF2-40B4-BE49-F238E27FC236}">
                <a16:creationId xmlns:a16="http://schemas.microsoft.com/office/drawing/2014/main" id="{DEE5248B-A914-EC4C-8480-15ADCECBB8E2}"/>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3" name="Picture 22">
            <a:extLst>
              <a:ext uri="{FF2B5EF4-FFF2-40B4-BE49-F238E27FC236}">
                <a16:creationId xmlns:a16="http://schemas.microsoft.com/office/drawing/2014/main" id="{0AA5E32F-CBBE-0A40-B78B-19E49A26A87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4" name="Rectangle 23">
            <a:extLst>
              <a:ext uri="{FF2B5EF4-FFF2-40B4-BE49-F238E27FC236}">
                <a16:creationId xmlns:a16="http://schemas.microsoft.com/office/drawing/2014/main" id="{C0F133A6-45A9-2B48-9D6E-3B392FF0F944}"/>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5" name="Rectangle 24">
            <a:extLst>
              <a:ext uri="{FF2B5EF4-FFF2-40B4-BE49-F238E27FC236}">
                <a16:creationId xmlns:a16="http://schemas.microsoft.com/office/drawing/2014/main" id="{0CF9BD2C-71C5-BC4B-8A1D-6CE115F5908E}"/>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6" name="Slide Number Placeholder 3">
            <a:extLst>
              <a:ext uri="{FF2B5EF4-FFF2-40B4-BE49-F238E27FC236}">
                <a16:creationId xmlns:a16="http://schemas.microsoft.com/office/drawing/2014/main" id="{E5638435-1A34-DB40-957A-862CE98145D6}"/>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29946959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10325668"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9">
            <a:extLst>
              <a:ext uri="{FF2B5EF4-FFF2-40B4-BE49-F238E27FC236}">
                <a16:creationId xmlns:a16="http://schemas.microsoft.com/office/drawing/2014/main" id="{44DD063B-AE2A-C145-9CDD-0420089E26D8}"/>
              </a:ext>
            </a:extLst>
          </p:cNvPr>
          <p:cNvSpPr>
            <a:spLocks noGrp="1"/>
          </p:cNvSpPr>
          <p:nvPr>
            <p:ph type="title" hasCustomPrompt="1"/>
          </p:nvPr>
        </p:nvSpPr>
        <p:spPr>
          <a:xfrm>
            <a:off x="838200" y="358620"/>
            <a:ext cx="10515600" cy="482729"/>
          </a:xfrm>
        </p:spPr>
        <p:txBody>
          <a:bodyPr anchor="b">
            <a:noAutofit/>
          </a:bodyPr>
          <a:lstStyle>
            <a:lvl1pPr>
              <a:defRPr sz="3200"/>
            </a:lvl1pPr>
          </a:lstStyle>
          <a:p>
            <a:r>
              <a:rPr lang="en-US"/>
              <a:t>Click to edit title</a:t>
            </a:r>
          </a:p>
        </p:txBody>
      </p:sp>
      <p:sp>
        <p:nvSpPr>
          <p:cNvPr id="17" name="Text Placeholder 2">
            <a:extLst>
              <a:ext uri="{FF2B5EF4-FFF2-40B4-BE49-F238E27FC236}">
                <a16:creationId xmlns:a16="http://schemas.microsoft.com/office/drawing/2014/main" id="{7DF1B470-0E9B-5A43-86BF-346F758BB079}"/>
              </a:ext>
            </a:extLst>
          </p:cNvPr>
          <p:cNvSpPr>
            <a:spLocks noGrp="1"/>
          </p:cNvSpPr>
          <p:nvPr>
            <p:ph type="body" sz="quarter" idx="20"/>
          </p:nvPr>
        </p:nvSpPr>
        <p:spPr>
          <a:xfrm>
            <a:off x="838200" y="848047"/>
            <a:ext cx="10515600" cy="294896"/>
          </a:xfrm>
        </p:spPr>
        <p:txBody>
          <a:bodyPr anchor="t">
            <a:noAutofit/>
          </a:bodyPr>
          <a:lstStyle>
            <a:lvl1pPr marL="0" indent="0">
              <a:buFontTx/>
              <a:buNone/>
              <a:defRPr sz="1800"/>
            </a:lvl1pPr>
          </a:lstStyle>
          <a:p>
            <a:pPr lvl="0"/>
            <a:r>
              <a:rPr lang="en-US"/>
              <a:t>Click to edit Master text styles</a:t>
            </a:r>
          </a:p>
        </p:txBody>
      </p:sp>
      <p:sp>
        <p:nvSpPr>
          <p:cNvPr id="15" name="Rectangle 14">
            <a:extLst>
              <a:ext uri="{FF2B5EF4-FFF2-40B4-BE49-F238E27FC236}">
                <a16:creationId xmlns:a16="http://schemas.microsoft.com/office/drawing/2014/main" id="{2D0238F7-5CB4-F848-9D99-68C0F919C703}"/>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5" name="Rectangle 24">
            <a:extLst>
              <a:ext uri="{FF2B5EF4-FFF2-40B4-BE49-F238E27FC236}">
                <a16:creationId xmlns:a16="http://schemas.microsoft.com/office/drawing/2014/main" id="{DEEEF242-76EC-1E49-B38E-F69608852EAA}"/>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6" name="Picture 25">
            <a:extLst>
              <a:ext uri="{FF2B5EF4-FFF2-40B4-BE49-F238E27FC236}">
                <a16:creationId xmlns:a16="http://schemas.microsoft.com/office/drawing/2014/main" id="{AEB34A22-6DBA-534A-8194-D44D628D30A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7" name="Rectangle 26">
            <a:extLst>
              <a:ext uri="{FF2B5EF4-FFF2-40B4-BE49-F238E27FC236}">
                <a16:creationId xmlns:a16="http://schemas.microsoft.com/office/drawing/2014/main" id="{74165560-6828-BF4F-9E4F-FF36AD686093}"/>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8" name="Rectangle 27">
            <a:extLst>
              <a:ext uri="{FF2B5EF4-FFF2-40B4-BE49-F238E27FC236}">
                <a16:creationId xmlns:a16="http://schemas.microsoft.com/office/drawing/2014/main" id="{A2746266-2E45-354F-8687-4FF74E2692BE}"/>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9" name="Slide Number Placeholder 3">
            <a:extLst>
              <a:ext uri="{FF2B5EF4-FFF2-40B4-BE49-F238E27FC236}">
                <a16:creationId xmlns:a16="http://schemas.microsoft.com/office/drawing/2014/main" id="{5B91FA4A-D74B-F147-ADAA-FE62EBE07E2E}"/>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325399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4848625"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199" y="365125"/>
            <a:ext cx="10325669" cy="852651"/>
          </a:xfrm>
        </p:spPr>
        <p:txBody>
          <a:bodyPr/>
          <a:lstStyle/>
          <a:p>
            <a:r>
              <a:rPr lang="en-US"/>
              <a:t>Click to edit title</a:t>
            </a:r>
          </a:p>
        </p:txBody>
      </p:sp>
      <p:sp>
        <p:nvSpPr>
          <p:cNvPr id="7" name="Text Placeholder 6">
            <a:extLst>
              <a:ext uri="{FF2B5EF4-FFF2-40B4-BE49-F238E27FC236}">
                <a16:creationId xmlns:a16="http://schemas.microsoft.com/office/drawing/2014/main" id="{C5C81351-5A94-D74A-8065-02DB2BC71BAB}"/>
              </a:ext>
            </a:extLst>
          </p:cNvPr>
          <p:cNvSpPr>
            <a:spLocks noGrp="1"/>
          </p:cNvSpPr>
          <p:nvPr>
            <p:ph type="body" sz="quarter" idx="20"/>
          </p:nvPr>
        </p:nvSpPr>
        <p:spPr>
          <a:xfrm>
            <a:off x="6300716" y="1817688"/>
            <a:ext cx="4863152"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874D74FE-1D0F-E44F-BD2C-198039174827}"/>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3" name="Rectangle 22">
            <a:extLst>
              <a:ext uri="{FF2B5EF4-FFF2-40B4-BE49-F238E27FC236}">
                <a16:creationId xmlns:a16="http://schemas.microsoft.com/office/drawing/2014/main" id="{D7CBF542-35A6-C645-B9C0-6B6F4FC820D4}"/>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4" name="Picture 23">
            <a:extLst>
              <a:ext uri="{FF2B5EF4-FFF2-40B4-BE49-F238E27FC236}">
                <a16:creationId xmlns:a16="http://schemas.microsoft.com/office/drawing/2014/main" id="{C58502CC-1691-6549-B00E-AC525A1D430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5" name="Rectangle 24">
            <a:extLst>
              <a:ext uri="{FF2B5EF4-FFF2-40B4-BE49-F238E27FC236}">
                <a16:creationId xmlns:a16="http://schemas.microsoft.com/office/drawing/2014/main" id="{D2A211E4-381D-9443-9BB8-EFBC5327B502}"/>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6" name="Rectangle 25">
            <a:extLst>
              <a:ext uri="{FF2B5EF4-FFF2-40B4-BE49-F238E27FC236}">
                <a16:creationId xmlns:a16="http://schemas.microsoft.com/office/drawing/2014/main" id="{CB89856D-6765-BF40-ACED-EB13EEC02740}"/>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7" name="Slide Number Placeholder 3">
            <a:extLst>
              <a:ext uri="{FF2B5EF4-FFF2-40B4-BE49-F238E27FC236}">
                <a16:creationId xmlns:a16="http://schemas.microsoft.com/office/drawing/2014/main" id="{E99054E5-D968-B545-B469-360AC28DB551}"/>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975625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4848625"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C5C81351-5A94-D74A-8065-02DB2BC71BAB}"/>
              </a:ext>
            </a:extLst>
          </p:cNvPr>
          <p:cNvSpPr>
            <a:spLocks noGrp="1"/>
          </p:cNvSpPr>
          <p:nvPr>
            <p:ph type="body" sz="quarter" idx="20"/>
          </p:nvPr>
        </p:nvSpPr>
        <p:spPr>
          <a:xfrm>
            <a:off x="6300716" y="1817688"/>
            <a:ext cx="4863152"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9">
            <a:extLst>
              <a:ext uri="{FF2B5EF4-FFF2-40B4-BE49-F238E27FC236}">
                <a16:creationId xmlns:a16="http://schemas.microsoft.com/office/drawing/2014/main" id="{28069914-1D07-934B-8991-A39369188350}"/>
              </a:ext>
            </a:extLst>
          </p:cNvPr>
          <p:cNvSpPr>
            <a:spLocks noGrp="1"/>
          </p:cNvSpPr>
          <p:nvPr>
            <p:ph type="title" hasCustomPrompt="1"/>
          </p:nvPr>
        </p:nvSpPr>
        <p:spPr>
          <a:xfrm>
            <a:off x="838200" y="358620"/>
            <a:ext cx="10515600" cy="482729"/>
          </a:xfrm>
        </p:spPr>
        <p:txBody>
          <a:bodyPr anchor="b">
            <a:noAutofit/>
          </a:bodyPr>
          <a:lstStyle>
            <a:lvl1pPr>
              <a:defRPr sz="3200"/>
            </a:lvl1pPr>
          </a:lstStyle>
          <a:p>
            <a:r>
              <a:rPr lang="en-US"/>
              <a:t>Click to edit title</a:t>
            </a:r>
          </a:p>
        </p:txBody>
      </p:sp>
      <p:sp>
        <p:nvSpPr>
          <p:cNvPr id="16" name="Text Placeholder 2">
            <a:extLst>
              <a:ext uri="{FF2B5EF4-FFF2-40B4-BE49-F238E27FC236}">
                <a16:creationId xmlns:a16="http://schemas.microsoft.com/office/drawing/2014/main" id="{9FDF92E5-B30A-9A49-ACB7-2FAFE7C9000C}"/>
              </a:ext>
            </a:extLst>
          </p:cNvPr>
          <p:cNvSpPr>
            <a:spLocks noGrp="1"/>
          </p:cNvSpPr>
          <p:nvPr>
            <p:ph type="body" sz="quarter" idx="21"/>
          </p:nvPr>
        </p:nvSpPr>
        <p:spPr>
          <a:xfrm>
            <a:off x="838200" y="848047"/>
            <a:ext cx="10515600" cy="294896"/>
          </a:xfrm>
        </p:spPr>
        <p:txBody>
          <a:bodyPr anchor="t">
            <a:noAutofit/>
          </a:bodyPr>
          <a:lstStyle>
            <a:lvl1pPr marL="0" indent="0">
              <a:buFontTx/>
              <a:buNone/>
              <a:defRPr sz="1800"/>
            </a:lvl1pPr>
          </a:lstStyle>
          <a:p>
            <a:pPr lvl="0"/>
            <a:r>
              <a:rPr lang="en-US"/>
              <a:t>Click to edit Master text styles</a:t>
            </a:r>
          </a:p>
        </p:txBody>
      </p:sp>
      <p:sp>
        <p:nvSpPr>
          <p:cNvPr id="17" name="Rectangle 16">
            <a:extLst>
              <a:ext uri="{FF2B5EF4-FFF2-40B4-BE49-F238E27FC236}">
                <a16:creationId xmlns:a16="http://schemas.microsoft.com/office/drawing/2014/main" id="{C83AF070-DA36-5847-9DF3-1CA854D6F5D5}"/>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5" name="Rectangle 24">
            <a:extLst>
              <a:ext uri="{FF2B5EF4-FFF2-40B4-BE49-F238E27FC236}">
                <a16:creationId xmlns:a16="http://schemas.microsoft.com/office/drawing/2014/main" id="{9B98B41A-8733-C04B-B52C-54B4BC0FFB97}"/>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6" name="Picture 25">
            <a:extLst>
              <a:ext uri="{FF2B5EF4-FFF2-40B4-BE49-F238E27FC236}">
                <a16:creationId xmlns:a16="http://schemas.microsoft.com/office/drawing/2014/main" id="{F239EF79-5E12-984B-9864-CCD1E19E687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7" name="Rectangle 26">
            <a:extLst>
              <a:ext uri="{FF2B5EF4-FFF2-40B4-BE49-F238E27FC236}">
                <a16:creationId xmlns:a16="http://schemas.microsoft.com/office/drawing/2014/main" id="{5FD0F510-30EA-344A-8227-894632BAD198}"/>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8" name="Rectangle 27">
            <a:extLst>
              <a:ext uri="{FF2B5EF4-FFF2-40B4-BE49-F238E27FC236}">
                <a16:creationId xmlns:a16="http://schemas.microsoft.com/office/drawing/2014/main" id="{29FD29F0-537C-E341-AA97-11682B1407F4}"/>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9" name="Slide Number Placeholder 3">
            <a:extLst>
              <a:ext uri="{FF2B5EF4-FFF2-40B4-BE49-F238E27FC236}">
                <a16:creationId xmlns:a16="http://schemas.microsoft.com/office/drawing/2014/main" id="{578D4994-0F83-D54A-818A-E25003100D67}"/>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7615577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terior Orange Sub 3 Columns">
    <p:spTree>
      <p:nvGrpSpPr>
        <p:cNvPr id="1" name=""/>
        <p:cNvGrpSpPr/>
        <p:nvPr/>
      </p:nvGrpSpPr>
      <p:grpSpPr>
        <a:xfrm>
          <a:off x="0" y="0"/>
          <a:ext cx="0" cy="0"/>
          <a:chOff x="0" y="0"/>
          <a:chExt cx="0" cy="0"/>
        </a:xfrm>
      </p:grpSpPr>
      <p:sp>
        <p:nvSpPr>
          <p:cNvPr id="20" name="Title 19"/>
          <p:cNvSpPr>
            <a:spLocks noGrp="1"/>
          </p:cNvSpPr>
          <p:nvPr>
            <p:ph type="title" hasCustomPrompt="1"/>
          </p:nvPr>
        </p:nvSpPr>
        <p:spPr>
          <a:xfrm>
            <a:off x="838200" y="358620"/>
            <a:ext cx="10515600" cy="840092"/>
          </a:xfrm>
        </p:spPr>
        <p:txBody>
          <a:bodyPr anchor="ctr">
            <a:noAutofit/>
          </a:bodyPr>
          <a:lstStyle>
            <a:lvl1pPr>
              <a:defRPr sz="3200"/>
            </a:lvl1pPr>
          </a:lstStyle>
          <a:p>
            <a:r>
              <a:rPr lang="en-US"/>
              <a:t>Click to edit title</a:t>
            </a:r>
          </a:p>
        </p:txBody>
      </p:sp>
      <p:sp>
        <p:nvSpPr>
          <p:cNvPr id="25" name="Text Placeholder 2">
            <a:extLst>
              <a:ext uri="{FF2B5EF4-FFF2-40B4-BE49-F238E27FC236}">
                <a16:creationId xmlns:a16="http://schemas.microsoft.com/office/drawing/2014/main" id="{DC179C5D-46EB-4846-954D-AA08DC9011CE}"/>
              </a:ext>
            </a:extLst>
          </p:cNvPr>
          <p:cNvSpPr>
            <a:spLocks noGrp="1"/>
          </p:cNvSpPr>
          <p:nvPr>
            <p:ph type="body" sz="quarter" idx="23" hasCustomPrompt="1"/>
          </p:nvPr>
        </p:nvSpPr>
        <p:spPr>
          <a:xfrm>
            <a:off x="838201" y="1638900"/>
            <a:ext cx="3122084" cy="365844"/>
          </a:xfrm>
        </p:spPr>
        <p:txBody>
          <a:bodyPr>
            <a:noAutofit/>
          </a:bodyPr>
          <a:lstStyle>
            <a:lvl1pPr marL="0" indent="0">
              <a:buFontTx/>
              <a:buNone/>
              <a:defRPr sz="1998" b="1"/>
            </a:lvl1pPr>
          </a:lstStyle>
          <a:p>
            <a:pPr lvl="0"/>
            <a:r>
              <a:rPr lang="en-US"/>
              <a:t>Column Title</a:t>
            </a:r>
          </a:p>
        </p:txBody>
      </p:sp>
      <p:sp>
        <p:nvSpPr>
          <p:cNvPr id="26" name="Text Placeholder 2">
            <a:extLst>
              <a:ext uri="{FF2B5EF4-FFF2-40B4-BE49-F238E27FC236}">
                <a16:creationId xmlns:a16="http://schemas.microsoft.com/office/drawing/2014/main" id="{77F353B3-094F-3849-8B56-00034293D3A9}"/>
              </a:ext>
            </a:extLst>
          </p:cNvPr>
          <p:cNvSpPr>
            <a:spLocks noGrp="1"/>
          </p:cNvSpPr>
          <p:nvPr>
            <p:ph type="body" sz="quarter" idx="24" hasCustomPrompt="1"/>
          </p:nvPr>
        </p:nvSpPr>
        <p:spPr>
          <a:xfrm>
            <a:off x="4530067" y="1638900"/>
            <a:ext cx="3122084" cy="365844"/>
          </a:xfrm>
        </p:spPr>
        <p:txBody>
          <a:bodyPr>
            <a:noAutofit/>
          </a:bodyPr>
          <a:lstStyle>
            <a:lvl1pPr marL="0" indent="0">
              <a:buFontTx/>
              <a:buNone/>
              <a:defRPr sz="1998" b="1"/>
            </a:lvl1pPr>
          </a:lstStyle>
          <a:p>
            <a:pPr lvl="0"/>
            <a:r>
              <a:rPr lang="en-US"/>
              <a:t>Column Title</a:t>
            </a:r>
          </a:p>
        </p:txBody>
      </p:sp>
      <p:sp>
        <p:nvSpPr>
          <p:cNvPr id="27" name="Text Placeholder 2">
            <a:extLst>
              <a:ext uri="{FF2B5EF4-FFF2-40B4-BE49-F238E27FC236}">
                <a16:creationId xmlns:a16="http://schemas.microsoft.com/office/drawing/2014/main" id="{658B8CA0-0B47-DE4A-B7F5-DD13A5B5FBD7}"/>
              </a:ext>
            </a:extLst>
          </p:cNvPr>
          <p:cNvSpPr>
            <a:spLocks noGrp="1"/>
          </p:cNvSpPr>
          <p:nvPr>
            <p:ph type="body" sz="quarter" idx="25" hasCustomPrompt="1"/>
          </p:nvPr>
        </p:nvSpPr>
        <p:spPr>
          <a:xfrm>
            <a:off x="8265626" y="1642846"/>
            <a:ext cx="3122084" cy="365844"/>
          </a:xfrm>
        </p:spPr>
        <p:txBody>
          <a:bodyPr>
            <a:noAutofit/>
          </a:bodyPr>
          <a:lstStyle>
            <a:lvl1pPr marL="0" indent="0">
              <a:buFontTx/>
              <a:buNone/>
              <a:defRPr sz="1998" b="1"/>
            </a:lvl1pPr>
          </a:lstStyle>
          <a:p>
            <a:pPr lvl="0"/>
            <a:r>
              <a:rPr lang="en-US"/>
              <a:t>Column Title</a:t>
            </a:r>
          </a:p>
        </p:txBody>
      </p:sp>
      <p:sp>
        <p:nvSpPr>
          <p:cNvPr id="7" name="Text Placeholder 6">
            <a:extLst>
              <a:ext uri="{FF2B5EF4-FFF2-40B4-BE49-F238E27FC236}">
                <a16:creationId xmlns:a16="http://schemas.microsoft.com/office/drawing/2014/main" id="{865D5F06-CC67-5F43-9A3E-4945C1FCE618}"/>
              </a:ext>
            </a:extLst>
          </p:cNvPr>
          <p:cNvSpPr>
            <a:spLocks noGrp="1"/>
          </p:cNvSpPr>
          <p:nvPr>
            <p:ph type="body" sz="quarter" idx="26"/>
          </p:nvPr>
        </p:nvSpPr>
        <p:spPr>
          <a:xfrm>
            <a:off x="4529667" y="2124075"/>
            <a:ext cx="3122084" cy="407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91145FBE-F2BC-DF41-B640-E612037CD2E6}"/>
              </a:ext>
            </a:extLst>
          </p:cNvPr>
          <p:cNvSpPr>
            <a:spLocks noGrp="1"/>
          </p:cNvSpPr>
          <p:nvPr>
            <p:ph type="body" sz="quarter" idx="27"/>
          </p:nvPr>
        </p:nvSpPr>
        <p:spPr>
          <a:xfrm>
            <a:off x="838200" y="2124075"/>
            <a:ext cx="3122613" cy="407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7ACF0ACA-6331-D142-9D50-A1CC95DE91B4}"/>
              </a:ext>
            </a:extLst>
          </p:cNvPr>
          <p:cNvSpPr>
            <a:spLocks noGrp="1"/>
          </p:cNvSpPr>
          <p:nvPr>
            <p:ph type="body" sz="quarter" idx="28"/>
          </p:nvPr>
        </p:nvSpPr>
        <p:spPr>
          <a:xfrm>
            <a:off x="8266113" y="2124075"/>
            <a:ext cx="3121025" cy="407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Rectangle 20">
            <a:extLst>
              <a:ext uri="{FF2B5EF4-FFF2-40B4-BE49-F238E27FC236}">
                <a16:creationId xmlns:a16="http://schemas.microsoft.com/office/drawing/2014/main" id="{F00172E8-FF02-0C4A-A6DA-4C46D61EC2B2}"/>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4" name="Rectangle 23">
            <a:extLst>
              <a:ext uri="{FF2B5EF4-FFF2-40B4-BE49-F238E27FC236}">
                <a16:creationId xmlns:a16="http://schemas.microsoft.com/office/drawing/2014/main" id="{83144CF4-BBD7-8642-A9B8-10719DEBC5B9}"/>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8" name="Picture 27">
            <a:extLst>
              <a:ext uri="{FF2B5EF4-FFF2-40B4-BE49-F238E27FC236}">
                <a16:creationId xmlns:a16="http://schemas.microsoft.com/office/drawing/2014/main" id="{322E0D44-30CC-5349-85A8-06DE3DEB528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9" name="Rectangle 28">
            <a:extLst>
              <a:ext uri="{FF2B5EF4-FFF2-40B4-BE49-F238E27FC236}">
                <a16:creationId xmlns:a16="http://schemas.microsoft.com/office/drawing/2014/main" id="{80ACC7AA-0C8A-F146-A49E-46487D448FCC}"/>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0" name="Rectangle 29">
            <a:extLst>
              <a:ext uri="{FF2B5EF4-FFF2-40B4-BE49-F238E27FC236}">
                <a16:creationId xmlns:a16="http://schemas.microsoft.com/office/drawing/2014/main" id="{E9F493E9-C75D-4649-B433-7A232DE7D884}"/>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1" name="Slide Number Placeholder 3">
            <a:extLst>
              <a:ext uri="{FF2B5EF4-FFF2-40B4-BE49-F238E27FC236}">
                <a16:creationId xmlns:a16="http://schemas.microsoft.com/office/drawing/2014/main" id="{95543B3F-FD0D-1A4F-B778-F182A3EE5752}"/>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6451369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nterior Orange Sub 3 Columns">
    <p:spTree>
      <p:nvGrpSpPr>
        <p:cNvPr id="1" name=""/>
        <p:cNvGrpSpPr/>
        <p:nvPr/>
      </p:nvGrpSpPr>
      <p:grpSpPr>
        <a:xfrm>
          <a:off x="0" y="0"/>
          <a:ext cx="0" cy="0"/>
          <a:chOff x="0" y="0"/>
          <a:chExt cx="0" cy="0"/>
        </a:xfrm>
      </p:grpSpPr>
      <p:sp>
        <p:nvSpPr>
          <p:cNvPr id="20" name="Title 19"/>
          <p:cNvSpPr>
            <a:spLocks noGrp="1"/>
          </p:cNvSpPr>
          <p:nvPr>
            <p:ph type="title" hasCustomPrompt="1"/>
          </p:nvPr>
        </p:nvSpPr>
        <p:spPr>
          <a:xfrm>
            <a:off x="838200" y="358620"/>
            <a:ext cx="10515600" cy="482729"/>
          </a:xfrm>
        </p:spPr>
        <p:txBody>
          <a:bodyPr anchor="b">
            <a:noAutofit/>
          </a:bodyPr>
          <a:lstStyle>
            <a:lvl1pPr>
              <a:defRPr sz="3200"/>
            </a:lvl1pPr>
          </a:lstStyle>
          <a:p>
            <a:r>
              <a:rPr lang="en-US"/>
              <a:t>Click to edit title</a:t>
            </a:r>
          </a:p>
        </p:txBody>
      </p:sp>
      <p:sp>
        <p:nvSpPr>
          <p:cNvPr id="3" name="Text Placeholder 2"/>
          <p:cNvSpPr>
            <a:spLocks noGrp="1"/>
          </p:cNvSpPr>
          <p:nvPr>
            <p:ph type="body" sz="quarter" idx="18"/>
          </p:nvPr>
        </p:nvSpPr>
        <p:spPr>
          <a:xfrm>
            <a:off x="838200" y="848047"/>
            <a:ext cx="10515600" cy="294896"/>
          </a:xfrm>
        </p:spPr>
        <p:txBody>
          <a:bodyPr anchor="t">
            <a:noAutofit/>
          </a:bodyPr>
          <a:lstStyle>
            <a:lvl1pPr marL="0" indent="0">
              <a:buFontTx/>
              <a:buNone/>
              <a:defRPr sz="1800"/>
            </a:lvl1pPr>
          </a:lstStyle>
          <a:p>
            <a:pPr lvl="0"/>
            <a:r>
              <a:rPr lang="en-US"/>
              <a:t>Click to edit Master text styles</a:t>
            </a:r>
          </a:p>
        </p:txBody>
      </p:sp>
      <p:sp>
        <p:nvSpPr>
          <p:cNvPr id="25" name="Text Placeholder 2">
            <a:extLst>
              <a:ext uri="{FF2B5EF4-FFF2-40B4-BE49-F238E27FC236}">
                <a16:creationId xmlns:a16="http://schemas.microsoft.com/office/drawing/2014/main" id="{DC179C5D-46EB-4846-954D-AA08DC9011CE}"/>
              </a:ext>
            </a:extLst>
          </p:cNvPr>
          <p:cNvSpPr>
            <a:spLocks noGrp="1"/>
          </p:cNvSpPr>
          <p:nvPr>
            <p:ph type="body" sz="quarter" idx="23" hasCustomPrompt="1"/>
          </p:nvPr>
        </p:nvSpPr>
        <p:spPr>
          <a:xfrm>
            <a:off x="838201" y="1638900"/>
            <a:ext cx="3122084" cy="365844"/>
          </a:xfrm>
        </p:spPr>
        <p:txBody>
          <a:bodyPr>
            <a:noAutofit/>
          </a:bodyPr>
          <a:lstStyle>
            <a:lvl1pPr marL="0" indent="0">
              <a:buFontTx/>
              <a:buNone/>
              <a:defRPr sz="1998" b="1"/>
            </a:lvl1pPr>
          </a:lstStyle>
          <a:p>
            <a:pPr lvl="0"/>
            <a:r>
              <a:rPr lang="en-US"/>
              <a:t>Column Title</a:t>
            </a:r>
          </a:p>
        </p:txBody>
      </p:sp>
      <p:sp>
        <p:nvSpPr>
          <p:cNvPr id="26" name="Text Placeholder 2">
            <a:extLst>
              <a:ext uri="{FF2B5EF4-FFF2-40B4-BE49-F238E27FC236}">
                <a16:creationId xmlns:a16="http://schemas.microsoft.com/office/drawing/2014/main" id="{77F353B3-094F-3849-8B56-00034293D3A9}"/>
              </a:ext>
            </a:extLst>
          </p:cNvPr>
          <p:cNvSpPr>
            <a:spLocks noGrp="1"/>
          </p:cNvSpPr>
          <p:nvPr>
            <p:ph type="body" sz="quarter" idx="24" hasCustomPrompt="1"/>
          </p:nvPr>
        </p:nvSpPr>
        <p:spPr>
          <a:xfrm>
            <a:off x="4530067" y="1638900"/>
            <a:ext cx="3122084" cy="365844"/>
          </a:xfrm>
        </p:spPr>
        <p:txBody>
          <a:bodyPr>
            <a:noAutofit/>
          </a:bodyPr>
          <a:lstStyle>
            <a:lvl1pPr marL="0" indent="0">
              <a:buFontTx/>
              <a:buNone/>
              <a:defRPr sz="1998" b="1"/>
            </a:lvl1pPr>
          </a:lstStyle>
          <a:p>
            <a:pPr lvl="0"/>
            <a:r>
              <a:rPr lang="en-US"/>
              <a:t>Column Title</a:t>
            </a:r>
          </a:p>
        </p:txBody>
      </p:sp>
      <p:sp>
        <p:nvSpPr>
          <p:cNvPr id="27" name="Text Placeholder 2">
            <a:extLst>
              <a:ext uri="{FF2B5EF4-FFF2-40B4-BE49-F238E27FC236}">
                <a16:creationId xmlns:a16="http://schemas.microsoft.com/office/drawing/2014/main" id="{658B8CA0-0B47-DE4A-B7F5-DD13A5B5FBD7}"/>
              </a:ext>
            </a:extLst>
          </p:cNvPr>
          <p:cNvSpPr>
            <a:spLocks noGrp="1"/>
          </p:cNvSpPr>
          <p:nvPr>
            <p:ph type="body" sz="quarter" idx="25" hasCustomPrompt="1"/>
          </p:nvPr>
        </p:nvSpPr>
        <p:spPr>
          <a:xfrm>
            <a:off x="8265626" y="1642846"/>
            <a:ext cx="3122084" cy="365844"/>
          </a:xfrm>
        </p:spPr>
        <p:txBody>
          <a:bodyPr>
            <a:noAutofit/>
          </a:bodyPr>
          <a:lstStyle>
            <a:lvl1pPr marL="0" indent="0">
              <a:buFontTx/>
              <a:buNone/>
              <a:defRPr sz="1998" b="1"/>
            </a:lvl1pPr>
          </a:lstStyle>
          <a:p>
            <a:pPr lvl="0"/>
            <a:r>
              <a:rPr lang="en-US"/>
              <a:t>Column Title</a:t>
            </a:r>
          </a:p>
        </p:txBody>
      </p:sp>
      <p:sp>
        <p:nvSpPr>
          <p:cNvPr id="7" name="Text Placeholder 6">
            <a:extLst>
              <a:ext uri="{FF2B5EF4-FFF2-40B4-BE49-F238E27FC236}">
                <a16:creationId xmlns:a16="http://schemas.microsoft.com/office/drawing/2014/main" id="{865D5F06-CC67-5F43-9A3E-4945C1FCE618}"/>
              </a:ext>
            </a:extLst>
          </p:cNvPr>
          <p:cNvSpPr>
            <a:spLocks noGrp="1"/>
          </p:cNvSpPr>
          <p:nvPr>
            <p:ph type="body" sz="quarter" idx="26"/>
          </p:nvPr>
        </p:nvSpPr>
        <p:spPr>
          <a:xfrm>
            <a:off x="4529667" y="2124075"/>
            <a:ext cx="3122084" cy="407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91145FBE-F2BC-DF41-B640-E612037CD2E6}"/>
              </a:ext>
            </a:extLst>
          </p:cNvPr>
          <p:cNvSpPr>
            <a:spLocks noGrp="1"/>
          </p:cNvSpPr>
          <p:nvPr>
            <p:ph type="body" sz="quarter" idx="27"/>
          </p:nvPr>
        </p:nvSpPr>
        <p:spPr>
          <a:xfrm>
            <a:off x="838200" y="2124075"/>
            <a:ext cx="3122613" cy="407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7ACF0ACA-6331-D142-9D50-A1CC95DE91B4}"/>
              </a:ext>
            </a:extLst>
          </p:cNvPr>
          <p:cNvSpPr>
            <a:spLocks noGrp="1"/>
          </p:cNvSpPr>
          <p:nvPr>
            <p:ph type="body" sz="quarter" idx="28"/>
          </p:nvPr>
        </p:nvSpPr>
        <p:spPr>
          <a:xfrm>
            <a:off x="8266113" y="2124075"/>
            <a:ext cx="3121025" cy="407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Rectangle 20">
            <a:extLst>
              <a:ext uri="{FF2B5EF4-FFF2-40B4-BE49-F238E27FC236}">
                <a16:creationId xmlns:a16="http://schemas.microsoft.com/office/drawing/2014/main" id="{EFD31FDD-DD72-C34C-985F-939F8F4A89A9}"/>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4" name="Rectangle 23">
            <a:extLst>
              <a:ext uri="{FF2B5EF4-FFF2-40B4-BE49-F238E27FC236}">
                <a16:creationId xmlns:a16="http://schemas.microsoft.com/office/drawing/2014/main" id="{2A1785C5-5DC0-B141-8BD1-7A38CD533898}"/>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8" name="Picture 27">
            <a:extLst>
              <a:ext uri="{FF2B5EF4-FFF2-40B4-BE49-F238E27FC236}">
                <a16:creationId xmlns:a16="http://schemas.microsoft.com/office/drawing/2014/main" id="{D5E94078-E460-F746-A32A-58C11ECB071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9" name="Rectangle 28">
            <a:extLst>
              <a:ext uri="{FF2B5EF4-FFF2-40B4-BE49-F238E27FC236}">
                <a16:creationId xmlns:a16="http://schemas.microsoft.com/office/drawing/2014/main" id="{5284EBA0-16F6-5C4B-B34C-62C35083633F}"/>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0" name="Rectangle 29">
            <a:extLst>
              <a:ext uri="{FF2B5EF4-FFF2-40B4-BE49-F238E27FC236}">
                <a16:creationId xmlns:a16="http://schemas.microsoft.com/office/drawing/2014/main" id="{8961731C-B3A7-0A46-A37D-58B9394A3CA1}"/>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31" name="Slide Number Placeholder 3">
            <a:extLst>
              <a:ext uri="{FF2B5EF4-FFF2-40B4-BE49-F238E27FC236}">
                <a16:creationId xmlns:a16="http://schemas.microsoft.com/office/drawing/2014/main" id="{D6175CE3-121B-0842-9E45-4858AD156731}"/>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3293937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6176554"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9">
            <a:extLst>
              <a:ext uri="{FF2B5EF4-FFF2-40B4-BE49-F238E27FC236}">
                <a16:creationId xmlns:a16="http://schemas.microsoft.com/office/drawing/2014/main" id="{28069914-1D07-934B-8991-A39369188350}"/>
              </a:ext>
            </a:extLst>
          </p:cNvPr>
          <p:cNvSpPr>
            <a:spLocks noGrp="1"/>
          </p:cNvSpPr>
          <p:nvPr>
            <p:ph type="title" hasCustomPrompt="1"/>
          </p:nvPr>
        </p:nvSpPr>
        <p:spPr>
          <a:xfrm>
            <a:off x="838200" y="358620"/>
            <a:ext cx="10515600" cy="840092"/>
          </a:xfrm>
        </p:spPr>
        <p:txBody>
          <a:bodyPr anchor="ctr">
            <a:noAutofit/>
          </a:bodyPr>
          <a:lstStyle>
            <a:lvl1pPr>
              <a:defRPr sz="3200"/>
            </a:lvl1pPr>
          </a:lstStyle>
          <a:p>
            <a:r>
              <a:rPr lang="en-US"/>
              <a:t>Click to edit title</a:t>
            </a:r>
          </a:p>
        </p:txBody>
      </p:sp>
      <p:sp>
        <p:nvSpPr>
          <p:cNvPr id="17" name="Rectangle 16">
            <a:extLst>
              <a:ext uri="{FF2B5EF4-FFF2-40B4-BE49-F238E27FC236}">
                <a16:creationId xmlns:a16="http://schemas.microsoft.com/office/drawing/2014/main" id="{C83AF070-DA36-5847-9DF3-1CA854D6F5D5}"/>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6" name="Content Placeholder 5">
            <a:extLst>
              <a:ext uri="{FF2B5EF4-FFF2-40B4-BE49-F238E27FC236}">
                <a16:creationId xmlns:a16="http://schemas.microsoft.com/office/drawing/2014/main" id="{27BFDBA8-AA7D-EC45-B289-86D5DF63C70E}"/>
              </a:ext>
            </a:extLst>
          </p:cNvPr>
          <p:cNvSpPr>
            <a:spLocks noGrp="1"/>
          </p:cNvSpPr>
          <p:nvPr>
            <p:ph sz="quarter" idx="22"/>
          </p:nvPr>
        </p:nvSpPr>
        <p:spPr>
          <a:xfrm>
            <a:off x="7550150" y="1806933"/>
            <a:ext cx="3803650" cy="39001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3B479113-625A-2543-B976-C80C7DF990E5}"/>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0" name="Picture 19">
            <a:extLst>
              <a:ext uri="{FF2B5EF4-FFF2-40B4-BE49-F238E27FC236}">
                <a16:creationId xmlns:a16="http://schemas.microsoft.com/office/drawing/2014/main" id="{F9103434-EF7E-5341-AC64-2C661C1FDD7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1" name="Rectangle 20">
            <a:extLst>
              <a:ext uri="{FF2B5EF4-FFF2-40B4-BE49-F238E27FC236}">
                <a16:creationId xmlns:a16="http://schemas.microsoft.com/office/drawing/2014/main" id="{CE4D479A-47CD-E04C-A3A8-7604B235A7FA}"/>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2" name="Rectangle 21">
            <a:extLst>
              <a:ext uri="{FF2B5EF4-FFF2-40B4-BE49-F238E27FC236}">
                <a16:creationId xmlns:a16="http://schemas.microsoft.com/office/drawing/2014/main" id="{460B6EC1-C58A-2C40-86F8-58A43B57C471}"/>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3" name="Slide Number Placeholder 3">
            <a:extLst>
              <a:ext uri="{FF2B5EF4-FFF2-40B4-BE49-F238E27FC236}">
                <a16:creationId xmlns:a16="http://schemas.microsoft.com/office/drawing/2014/main" id="{F34A445D-A2C5-6F4F-89C1-5D4DE7790544}"/>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3663045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BD81182-5C8F-F949-B3C9-D7EC74B02677}"/>
              </a:ext>
            </a:extLst>
          </p:cNvPr>
          <p:cNvSpPr>
            <a:spLocks noGrp="1"/>
          </p:cNvSpPr>
          <p:nvPr>
            <p:ph type="body" sz="quarter" idx="19"/>
          </p:nvPr>
        </p:nvSpPr>
        <p:spPr>
          <a:xfrm>
            <a:off x="838200" y="1817688"/>
            <a:ext cx="6176554" cy="3889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9">
            <a:extLst>
              <a:ext uri="{FF2B5EF4-FFF2-40B4-BE49-F238E27FC236}">
                <a16:creationId xmlns:a16="http://schemas.microsoft.com/office/drawing/2014/main" id="{28069914-1D07-934B-8991-A39369188350}"/>
              </a:ext>
            </a:extLst>
          </p:cNvPr>
          <p:cNvSpPr>
            <a:spLocks noGrp="1"/>
          </p:cNvSpPr>
          <p:nvPr>
            <p:ph type="title" hasCustomPrompt="1"/>
          </p:nvPr>
        </p:nvSpPr>
        <p:spPr>
          <a:xfrm>
            <a:off x="838200" y="358620"/>
            <a:ext cx="10515600" cy="482729"/>
          </a:xfrm>
        </p:spPr>
        <p:txBody>
          <a:bodyPr anchor="b">
            <a:noAutofit/>
          </a:bodyPr>
          <a:lstStyle>
            <a:lvl1pPr>
              <a:defRPr sz="3200"/>
            </a:lvl1pPr>
          </a:lstStyle>
          <a:p>
            <a:r>
              <a:rPr lang="en-US"/>
              <a:t>Click to edit title</a:t>
            </a:r>
          </a:p>
        </p:txBody>
      </p:sp>
      <p:sp>
        <p:nvSpPr>
          <p:cNvPr id="16" name="Text Placeholder 2">
            <a:extLst>
              <a:ext uri="{FF2B5EF4-FFF2-40B4-BE49-F238E27FC236}">
                <a16:creationId xmlns:a16="http://schemas.microsoft.com/office/drawing/2014/main" id="{9FDF92E5-B30A-9A49-ACB7-2FAFE7C9000C}"/>
              </a:ext>
            </a:extLst>
          </p:cNvPr>
          <p:cNvSpPr>
            <a:spLocks noGrp="1"/>
          </p:cNvSpPr>
          <p:nvPr>
            <p:ph type="body" sz="quarter" idx="21"/>
          </p:nvPr>
        </p:nvSpPr>
        <p:spPr>
          <a:xfrm>
            <a:off x="838200" y="848047"/>
            <a:ext cx="10515600" cy="294896"/>
          </a:xfrm>
        </p:spPr>
        <p:txBody>
          <a:bodyPr anchor="t">
            <a:noAutofit/>
          </a:bodyPr>
          <a:lstStyle>
            <a:lvl1pPr>
              <a:defRPr sz="1800"/>
            </a:lvl1pPr>
          </a:lstStyle>
          <a:p>
            <a:pPr lvl="0"/>
            <a:r>
              <a:rPr lang="en-US"/>
              <a:t>Click to edit Master text styles</a:t>
            </a:r>
          </a:p>
        </p:txBody>
      </p:sp>
      <p:sp>
        <p:nvSpPr>
          <p:cNvPr id="17" name="Rectangle 16">
            <a:extLst>
              <a:ext uri="{FF2B5EF4-FFF2-40B4-BE49-F238E27FC236}">
                <a16:creationId xmlns:a16="http://schemas.microsoft.com/office/drawing/2014/main" id="{C83AF070-DA36-5847-9DF3-1CA854D6F5D5}"/>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6" name="Content Placeholder 5">
            <a:extLst>
              <a:ext uri="{FF2B5EF4-FFF2-40B4-BE49-F238E27FC236}">
                <a16:creationId xmlns:a16="http://schemas.microsoft.com/office/drawing/2014/main" id="{27BFDBA8-AA7D-EC45-B289-86D5DF63C70E}"/>
              </a:ext>
            </a:extLst>
          </p:cNvPr>
          <p:cNvSpPr>
            <a:spLocks noGrp="1"/>
          </p:cNvSpPr>
          <p:nvPr>
            <p:ph sz="quarter" idx="22"/>
          </p:nvPr>
        </p:nvSpPr>
        <p:spPr>
          <a:xfrm>
            <a:off x="7550150" y="1806933"/>
            <a:ext cx="3803650" cy="39001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Rectangle 19">
            <a:extLst>
              <a:ext uri="{FF2B5EF4-FFF2-40B4-BE49-F238E27FC236}">
                <a16:creationId xmlns:a16="http://schemas.microsoft.com/office/drawing/2014/main" id="{DF06CF40-2C34-A94C-A5DF-E32B159567E1}"/>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21" name="Picture 20">
            <a:extLst>
              <a:ext uri="{FF2B5EF4-FFF2-40B4-BE49-F238E27FC236}">
                <a16:creationId xmlns:a16="http://schemas.microsoft.com/office/drawing/2014/main" id="{96570AB6-D0EB-AB4A-8FD0-55E9A68E461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2" name="Rectangle 21">
            <a:extLst>
              <a:ext uri="{FF2B5EF4-FFF2-40B4-BE49-F238E27FC236}">
                <a16:creationId xmlns:a16="http://schemas.microsoft.com/office/drawing/2014/main" id="{E8BE52FE-CD64-3E4C-BDC5-FD04C60D060F}"/>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3" name="Rectangle 22">
            <a:extLst>
              <a:ext uri="{FF2B5EF4-FFF2-40B4-BE49-F238E27FC236}">
                <a16:creationId xmlns:a16="http://schemas.microsoft.com/office/drawing/2014/main" id="{455FB637-C802-3D4C-B00A-0152CAF27FC5}"/>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4" name="Slide Number Placeholder 3">
            <a:extLst>
              <a:ext uri="{FF2B5EF4-FFF2-40B4-BE49-F238E27FC236}">
                <a16:creationId xmlns:a16="http://schemas.microsoft.com/office/drawing/2014/main" id="{FE134019-9726-144B-95EB-78A3F07F97D4}"/>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35343106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199" y="365125"/>
            <a:ext cx="10325669" cy="852651"/>
          </a:xfrm>
        </p:spPr>
        <p:txBody>
          <a:bodyPr/>
          <a:lstStyle/>
          <a:p>
            <a:r>
              <a:rPr lang="en-US"/>
              <a:t>Click to edit title</a:t>
            </a:r>
          </a:p>
        </p:txBody>
      </p:sp>
      <p:sp>
        <p:nvSpPr>
          <p:cNvPr id="8" name="Rectangle 7">
            <a:extLst>
              <a:ext uri="{FF2B5EF4-FFF2-40B4-BE49-F238E27FC236}">
                <a16:creationId xmlns:a16="http://schemas.microsoft.com/office/drawing/2014/main" id="{946202DE-1812-444A-94D3-D47556AD801D}"/>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6" name="Rectangle 15">
            <a:extLst>
              <a:ext uri="{FF2B5EF4-FFF2-40B4-BE49-F238E27FC236}">
                <a16:creationId xmlns:a16="http://schemas.microsoft.com/office/drawing/2014/main" id="{E411F0C3-DCD9-7C44-BD9C-27773C4455E9}"/>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17" name="Picture 16">
            <a:extLst>
              <a:ext uri="{FF2B5EF4-FFF2-40B4-BE49-F238E27FC236}">
                <a16:creationId xmlns:a16="http://schemas.microsoft.com/office/drawing/2014/main" id="{218DC53D-8B9A-564E-A9B4-90989C0F92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18" name="Rectangle 17">
            <a:extLst>
              <a:ext uri="{FF2B5EF4-FFF2-40B4-BE49-F238E27FC236}">
                <a16:creationId xmlns:a16="http://schemas.microsoft.com/office/drawing/2014/main" id="{086F4089-9B88-924C-9997-2EA3042D919B}"/>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9" name="Rectangle 18">
            <a:extLst>
              <a:ext uri="{FF2B5EF4-FFF2-40B4-BE49-F238E27FC236}">
                <a16:creationId xmlns:a16="http://schemas.microsoft.com/office/drawing/2014/main" id="{C4A6C414-EE71-B64C-9F26-46B469E2E3F0}"/>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0" name="Slide Number Placeholder 3">
            <a:extLst>
              <a:ext uri="{FF2B5EF4-FFF2-40B4-BE49-F238E27FC236}">
                <a16:creationId xmlns:a16="http://schemas.microsoft.com/office/drawing/2014/main" id="{C7BB237E-4D02-4B4D-9808-084473EBEE80}"/>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35879588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6478-0148-1A44-8179-0844E48220BC}"/>
              </a:ext>
            </a:extLst>
          </p:cNvPr>
          <p:cNvSpPr>
            <a:spLocks noGrp="1"/>
          </p:cNvSpPr>
          <p:nvPr>
            <p:ph type="title" hasCustomPrompt="1"/>
          </p:nvPr>
        </p:nvSpPr>
        <p:spPr>
          <a:xfrm>
            <a:off x="838200" y="365126"/>
            <a:ext cx="10256102" cy="526126"/>
          </a:xfrm>
        </p:spPr>
        <p:txBody>
          <a:bodyPr anchor="b">
            <a:noAutofit/>
          </a:bodyPr>
          <a:lstStyle>
            <a:lvl1pPr>
              <a:defRPr sz="3200"/>
            </a:lvl1pPr>
          </a:lstStyle>
          <a:p>
            <a:r>
              <a:rPr lang="en-US"/>
              <a:t>Click to edit title</a:t>
            </a:r>
          </a:p>
        </p:txBody>
      </p:sp>
      <p:sp>
        <p:nvSpPr>
          <p:cNvPr id="8" name="Rectangle 7">
            <a:extLst>
              <a:ext uri="{FF2B5EF4-FFF2-40B4-BE49-F238E27FC236}">
                <a16:creationId xmlns:a16="http://schemas.microsoft.com/office/drawing/2014/main" id="{946202DE-1812-444A-94D3-D47556AD801D}"/>
              </a:ext>
            </a:extLst>
          </p:cNvPr>
          <p:cNvSpPr/>
          <p:nvPr userDrawn="1"/>
        </p:nvSpPr>
        <p:spPr>
          <a:xfrm flipH="1">
            <a:off x="377144" y="346062"/>
            <a:ext cx="83213" cy="852650"/>
          </a:xfrm>
          <a:prstGeom prst="rect">
            <a:avLst/>
          </a:prstGeom>
          <a:solidFill>
            <a:schemeClr val="accent2"/>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16" name="Text Placeholder 15">
            <a:extLst>
              <a:ext uri="{FF2B5EF4-FFF2-40B4-BE49-F238E27FC236}">
                <a16:creationId xmlns:a16="http://schemas.microsoft.com/office/drawing/2014/main" id="{E241C250-596E-0546-9A3E-529E07C63B8B}"/>
              </a:ext>
            </a:extLst>
          </p:cNvPr>
          <p:cNvSpPr>
            <a:spLocks noGrp="1"/>
          </p:cNvSpPr>
          <p:nvPr>
            <p:ph type="body" sz="quarter" idx="21"/>
          </p:nvPr>
        </p:nvSpPr>
        <p:spPr>
          <a:xfrm>
            <a:off x="832991" y="903288"/>
            <a:ext cx="10261311" cy="295424"/>
          </a:xfrm>
        </p:spPr>
        <p:txBody>
          <a:bodyPr anchor="t">
            <a:noAutofit/>
          </a:bodyPr>
          <a:lstStyle>
            <a:lvl1pPr marL="0" indent="0">
              <a:buFontTx/>
              <a:buNone/>
              <a:defRPr sz="1800"/>
            </a:lvl1pPr>
          </a:lstStyle>
          <a:p>
            <a:pPr lvl="0"/>
            <a:r>
              <a:rPr lang="en-US"/>
              <a:t>Click to edit Master text styles</a:t>
            </a:r>
          </a:p>
        </p:txBody>
      </p:sp>
      <p:sp>
        <p:nvSpPr>
          <p:cNvPr id="18" name="Rectangle 17">
            <a:extLst>
              <a:ext uri="{FF2B5EF4-FFF2-40B4-BE49-F238E27FC236}">
                <a16:creationId xmlns:a16="http://schemas.microsoft.com/office/drawing/2014/main" id="{ED612F1B-8C97-504C-88AB-1B774A228AB3}"/>
              </a:ext>
            </a:extLst>
          </p:cNvPr>
          <p:cNvSpPr/>
          <p:nvPr userDrawn="1"/>
        </p:nvSpPr>
        <p:spPr>
          <a:xfrm flipH="1">
            <a:off x="9174235" y="6360418"/>
            <a:ext cx="3017765" cy="329184"/>
          </a:xfrm>
          <a:prstGeom prst="rect">
            <a:avLst/>
          </a:prstGeom>
          <a:solidFill>
            <a:schemeClr val="accent1"/>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pic>
        <p:nvPicPr>
          <p:cNvPr id="19" name="Picture 18">
            <a:extLst>
              <a:ext uri="{FF2B5EF4-FFF2-40B4-BE49-F238E27FC236}">
                <a16:creationId xmlns:a16="http://schemas.microsoft.com/office/drawing/2014/main" id="{28377CCD-6D36-8E46-90C2-6BEEF6FFAB3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11188" y="6412693"/>
            <a:ext cx="2343859" cy="243614"/>
          </a:xfrm>
          <a:prstGeom prst="rect">
            <a:avLst/>
          </a:prstGeom>
        </p:spPr>
      </p:pic>
      <p:sp>
        <p:nvSpPr>
          <p:cNvPr id="20" name="Rectangle 19">
            <a:extLst>
              <a:ext uri="{FF2B5EF4-FFF2-40B4-BE49-F238E27FC236}">
                <a16:creationId xmlns:a16="http://schemas.microsoft.com/office/drawing/2014/main" id="{FBF0778F-9327-C445-A11D-53279AA53631}"/>
              </a:ext>
            </a:extLst>
          </p:cNvPr>
          <p:cNvSpPr/>
          <p:nvPr userDrawn="1"/>
        </p:nvSpPr>
        <p:spPr>
          <a:xfrm>
            <a:off x="-7371" y="6360417"/>
            <a:ext cx="9181605" cy="329184"/>
          </a:xfrm>
          <a:prstGeom prst="rect">
            <a:avLst/>
          </a:prstGeom>
          <a:gradFill flip="none" rotWithShape="1">
            <a:gsLst>
              <a:gs pos="0">
                <a:srgbClr val="D9D8D6"/>
              </a:gs>
              <a:gs pos="100000">
                <a:srgbClr val="FFFFFF">
                  <a:lumMod val="95000"/>
                </a:srgbClr>
              </a:gs>
            </a:gsLst>
            <a:lin ang="0" scaled="1"/>
            <a:tileRect/>
          </a:gra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1" name="Rectangle 20">
            <a:extLst>
              <a:ext uri="{FF2B5EF4-FFF2-40B4-BE49-F238E27FC236}">
                <a16:creationId xmlns:a16="http://schemas.microsoft.com/office/drawing/2014/main" id="{0FF23190-B75E-624E-AE29-93FA7B6DAE07}"/>
              </a:ext>
            </a:extLst>
          </p:cNvPr>
          <p:cNvSpPr/>
          <p:nvPr userDrawn="1"/>
        </p:nvSpPr>
        <p:spPr>
          <a:xfrm>
            <a:off x="9053867" y="6360418"/>
            <a:ext cx="83213" cy="329184"/>
          </a:xfrm>
          <a:prstGeom prst="rect">
            <a:avLst/>
          </a:prstGeom>
          <a:solidFill>
            <a:srgbClr val="007197"/>
          </a:solidFill>
          <a:ln w="25400" cap="flat" cmpd="sng" algn="ctr">
            <a:noFill/>
            <a:prstDash val="solid"/>
          </a:ln>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1796" b="0" i="0" u="none" strike="noStrike" kern="0" cap="none" spc="0" normalizeH="0" baseline="0" noProof="0">
              <a:ln>
                <a:noFill/>
              </a:ln>
              <a:solidFill>
                <a:srgbClr val="333333"/>
              </a:solidFill>
              <a:effectLst/>
              <a:uLnTx/>
              <a:uFillTx/>
              <a:latin typeface="Arial" panose="020B0604020202020204" pitchFamily="34" charset="0"/>
              <a:ea typeface=""/>
              <a:cs typeface="Arial" panose="020B0604020202020204" pitchFamily="34" charset="0"/>
            </a:endParaRPr>
          </a:p>
        </p:txBody>
      </p:sp>
      <p:sp>
        <p:nvSpPr>
          <p:cNvPr id="22" name="Slide Number Placeholder 3">
            <a:extLst>
              <a:ext uri="{FF2B5EF4-FFF2-40B4-BE49-F238E27FC236}">
                <a16:creationId xmlns:a16="http://schemas.microsoft.com/office/drawing/2014/main" id="{204D6C93-302B-0240-9DEC-D33B89CD8D67}"/>
              </a:ext>
            </a:extLst>
          </p:cNvPr>
          <p:cNvSpPr txBox="1">
            <a:spLocks/>
          </p:cNvSpPr>
          <p:nvPr userDrawn="1"/>
        </p:nvSpPr>
        <p:spPr>
          <a:xfrm>
            <a:off x="306294" y="6371555"/>
            <a:ext cx="1063812" cy="317651"/>
          </a:xfrm>
          <a:prstGeom prst="rect">
            <a:avLst/>
          </a:prstGeom>
        </p:spPr>
        <p:txBody>
          <a:bodyPr vert="horz" lIns="91440" tIns="45720" rIns="91440" bIns="45720" rtlCol="0" anchor="ctr"/>
          <a:lstStyle>
            <a:defPPr>
              <a:defRPr lang="en-US"/>
            </a:defPPr>
            <a:lvl1pPr marL="0" algn="l" defTabSz="914400" rtl="0" eaLnBrk="1" latinLnBrk="0" hangingPunct="1">
              <a:defRPr sz="1066" kern="1200">
                <a:solidFill>
                  <a:schemeClr val="bg1">
                    <a:lumMod val="50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D32AFF-028F-794A-9701-C8C9CBE70CAB}" type="slidenum">
              <a:rPr lang="en-US" smtClean="0"/>
              <a:pPr/>
              <a:t>‹#›</a:t>
            </a:fld>
            <a:endParaRPr lang="en-US"/>
          </a:p>
        </p:txBody>
      </p:sp>
    </p:spTree>
    <p:extLst>
      <p:ext uri="{BB962C8B-B14F-4D97-AF65-F5344CB8AC3E}">
        <p14:creationId xmlns:p14="http://schemas.microsoft.com/office/powerpoint/2010/main" val="6194749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056361" y="1679445"/>
            <a:ext cx="4079239" cy="410433"/>
          </a:xfrm>
        </p:spPr>
        <p:txBody>
          <a:bodyPr lIns="0" tIns="0" rIns="0" bIns="0"/>
          <a:lstStyle>
            <a:lvl1pPr>
              <a:defRPr sz="2667" b="0" i="0">
                <a:solidFill>
                  <a:srgbClr val="51515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6" name="Holder 6"/>
          <p:cNvSpPr>
            <a:spLocks noGrp="1"/>
          </p:cNvSpPr>
          <p:nvPr>
            <p:ph type="sldNum" sz="quarter" idx="7"/>
          </p:nvPr>
        </p:nvSpPr>
        <p:spPr/>
        <p:txBody>
          <a:bodyPr lIns="0" tIns="0" rIns="0" bIns="0"/>
          <a:lstStyle>
            <a:lvl1pPr>
              <a:defRPr sz="1600" b="0" i="0">
                <a:solidFill>
                  <a:srgbClr val="515151"/>
                </a:solidFill>
                <a:latin typeface="Calibri"/>
                <a:cs typeface="Calibri"/>
              </a:defRPr>
            </a:lvl1pPr>
          </a:lstStyle>
          <a:p>
            <a:pPr marL="33866">
              <a:spcBef>
                <a:spcPts val="53"/>
              </a:spcBef>
            </a:pPr>
            <a:fld id="{81D60167-4931-47E6-BA6A-407CBD079E47}" type="slidenum">
              <a:rPr lang="en-US" smtClean="0"/>
              <a:pPr marL="33866">
                <a:spcBef>
                  <a:spcPts val="53"/>
                </a:spcBef>
              </a:pPr>
              <a:t>‹#›</a:t>
            </a:fld>
            <a:endParaRPr lang="en-US"/>
          </a:p>
        </p:txBody>
      </p:sp>
    </p:spTree>
    <p:extLst>
      <p:ext uri="{BB962C8B-B14F-4D97-AF65-F5344CB8AC3E}">
        <p14:creationId xmlns:p14="http://schemas.microsoft.com/office/powerpoint/2010/main" val="6900272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Section Breaker_4_Oran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0" y="-5597"/>
            <a:ext cx="4527029" cy="6863597"/>
          </a:xfrm>
          <a:prstGeom prst="rect">
            <a:avLst/>
          </a:prstGeom>
          <a:solidFill>
            <a:srgbClr val="D15E14">
              <a:alpha val="74902"/>
            </a:srgb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D15E14"/>
              </a:solidFill>
              <a:effectLst/>
              <a:uLnTx/>
              <a:uFillTx/>
              <a:latin typeface="Arial" panose="020B0604020202020204"/>
              <a:ea typeface=""/>
              <a:cs typeface=""/>
            </a:endParaRPr>
          </a:p>
        </p:txBody>
      </p:sp>
      <p:sp>
        <p:nvSpPr>
          <p:cNvPr id="11" name="Rectangle 10"/>
          <p:cNvSpPr/>
          <p:nvPr userDrawn="1"/>
        </p:nvSpPr>
        <p:spPr>
          <a:xfrm>
            <a:off x="4511041" y="-5597"/>
            <a:ext cx="100748" cy="6863597"/>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036" eaLnBrk="1" fontAlgn="auto" latinLnBrk="0" hangingPunct="1">
              <a:lnSpc>
                <a:spcPct val="100000"/>
              </a:lnSpc>
              <a:spcBef>
                <a:spcPts val="0"/>
              </a:spcBef>
              <a:spcAft>
                <a:spcPts val="0"/>
              </a:spcAft>
              <a:buClrTx/>
              <a:buSzTx/>
              <a:buFontTx/>
              <a:buNone/>
              <a:tabLst/>
              <a:defRPr/>
            </a:pPr>
            <a:endParaRPr kumimoji="0" lang="en-US" sz="2398" b="0" i="0" u="none" strike="noStrike" kern="0" cap="none" spc="0" normalizeH="0" baseline="0" noProof="0">
              <a:ln>
                <a:noFill/>
              </a:ln>
              <a:solidFill>
                <a:srgbClr val="FFFFFF"/>
              </a:solidFill>
              <a:effectLst/>
              <a:uLnTx/>
              <a:uFillTx/>
              <a:latin typeface="Arial" panose="020B0604020202020204"/>
              <a:ea typeface=""/>
              <a:cs typeface=""/>
            </a:endParaRPr>
          </a:p>
        </p:txBody>
      </p:sp>
      <p:sp>
        <p:nvSpPr>
          <p:cNvPr id="21" name="Text Placeholder 20"/>
          <p:cNvSpPr>
            <a:spLocks noGrp="1"/>
          </p:cNvSpPr>
          <p:nvPr>
            <p:ph type="body" sz="quarter" idx="13"/>
          </p:nvPr>
        </p:nvSpPr>
        <p:spPr>
          <a:xfrm>
            <a:off x="487680" y="791747"/>
            <a:ext cx="3535680" cy="5347335"/>
          </a:xfrm>
        </p:spPr>
        <p:txBody>
          <a:bodyPr anchor="ctr"/>
          <a:lstStyle>
            <a:lvl1pPr marL="0" indent="0" algn="l">
              <a:buFontTx/>
              <a:buNone/>
              <a:defRPr sz="4396">
                <a:solidFill>
                  <a:schemeClr val="bg1"/>
                </a:solidFill>
              </a:defRPr>
            </a:lvl1pPr>
            <a:lvl2pPr marL="10574" indent="0" algn="l">
              <a:buFontTx/>
              <a:buNone/>
              <a:defRPr sz="2664">
                <a:solidFill>
                  <a:schemeClr val="bg1"/>
                </a:solidFill>
              </a:defRPr>
            </a:lvl2pPr>
          </a:lstStyle>
          <a:p>
            <a:pPr lvl="0"/>
            <a:r>
              <a:rPr lang="en-US"/>
              <a:t>Click to edit Master text styles</a:t>
            </a:r>
          </a:p>
          <a:p>
            <a:pPr lvl="1"/>
            <a:r>
              <a:rPr lang="en-US"/>
              <a:t>Second level</a:t>
            </a:r>
          </a:p>
        </p:txBody>
      </p:sp>
      <p:sp>
        <p:nvSpPr>
          <p:cNvPr id="12" name="Rectangle 11">
            <a:extLst>
              <a:ext uri="{FF2B5EF4-FFF2-40B4-BE49-F238E27FC236}">
                <a16:creationId xmlns:a16="http://schemas.microsoft.com/office/drawing/2014/main" id="{5FE69DCE-9F38-1345-B066-806E970BF20C}"/>
              </a:ext>
            </a:extLst>
          </p:cNvPr>
          <p:cNvSpPr/>
          <p:nvPr userDrawn="1"/>
        </p:nvSpPr>
        <p:spPr>
          <a:xfrm>
            <a:off x="9593431" y="5593189"/>
            <a:ext cx="1050187" cy="916662"/>
          </a:xfrm>
          <a:prstGeom prst="rect">
            <a:avLst/>
          </a:prstGeom>
          <a:gradFill flip="none" rotWithShape="1">
            <a:gsLst>
              <a:gs pos="0">
                <a:schemeClr val="bg1">
                  <a:alpha val="46000"/>
                </a:schemeClr>
              </a:gs>
              <a:gs pos="54000">
                <a:schemeClr val="bg1">
                  <a:shade val="100000"/>
                  <a:satMod val="115000"/>
                  <a:alpha val="9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65D4EE9-5CAF-BB4C-827E-382CF8E65C9B}"/>
              </a:ext>
            </a:extLst>
          </p:cNvPr>
          <p:cNvSpPr/>
          <p:nvPr userDrawn="1"/>
        </p:nvSpPr>
        <p:spPr>
          <a:xfrm>
            <a:off x="9750998" y="5593189"/>
            <a:ext cx="2441001" cy="91666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AECA6E2E-C86B-ED48-948F-003B06952DF2}"/>
              </a:ext>
            </a:extLst>
          </p:cNvPr>
          <p:cNvSpPr/>
          <p:nvPr userDrawn="1"/>
        </p:nvSpPr>
        <p:spPr>
          <a:xfrm flipH="1">
            <a:off x="9581239" y="5593189"/>
            <a:ext cx="118711" cy="916662"/>
          </a:xfrm>
          <a:prstGeom prst="rect">
            <a:avLst/>
          </a:prstGeom>
          <a:solidFill>
            <a:srgbClr val="0071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6">
              <a:solidFill>
                <a:srgbClr val="333333"/>
              </a:solidFill>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EA58A01C-9586-594A-9374-AE9279579A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72372" y="5755977"/>
            <a:ext cx="1596033" cy="591086"/>
          </a:xfrm>
          <a:prstGeom prst="rect">
            <a:avLst/>
          </a:prstGeom>
        </p:spPr>
      </p:pic>
    </p:spTree>
    <p:extLst>
      <p:ext uri="{BB962C8B-B14F-4D97-AF65-F5344CB8AC3E}">
        <p14:creationId xmlns:p14="http://schemas.microsoft.com/office/powerpoint/2010/main" val="11945090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3664" y="610010"/>
            <a:ext cx="11584673" cy="307777"/>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6" name="Holder 6"/>
          <p:cNvSpPr>
            <a:spLocks noGrp="1"/>
          </p:cNvSpPr>
          <p:nvPr>
            <p:ph type="sldNum" sz="quarter" idx="7"/>
          </p:nvPr>
        </p:nvSpPr>
        <p:spPr/>
        <p:txBody>
          <a:bodyPr lIns="0" tIns="0" rIns="0" bIns="0"/>
          <a:lstStyle>
            <a:lvl1pPr>
              <a:defRPr sz="1600" b="0" i="0">
                <a:solidFill>
                  <a:srgbClr val="515151"/>
                </a:solidFill>
                <a:latin typeface="Calibri"/>
                <a:cs typeface="Calibri"/>
              </a:defRPr>
            </a:lvl1pPr>
          </a:lstStyle>
          <a:p>
            <a:pPr marL="33866">
              <a:spcBef>
                <a:spcPts val="53"/>
              </a:spcBef>
            </a:pPr>
            <a:fld id="{81D60167-4931-47E6-BA6A-407CBD079E47}" type="slidenum">
              <a:rPr lang="en-US" smtClean="0"/>
              <a:pPr marL="33866">
                <a:spcBef>
                  <a:spcPts val="53"/>
                </a:spcBef>
              </a:pPr>
              <a:t>‹#›</a:t>
            </a:fld>
            <a:endParaRPr lang="en-US"/>
          </a:p>
        </p:txBody>
      </p:sp>
    </p:spTree>
    <p:extLst>
      <p:ext uri="{BB962C8B-B14F-4D97-AF65-F5344CB8AC3E}">
        <p14:creationId xmlns:p14="http://schemas.microsoft.com/office/powerpoint/2010/main" val="144573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4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83A9-A14D-75B7-B5EB-1701713535BB}"/>
              </a:ext>
            </a:extLst>
          </p:cNvPr>
          <p:cNvSpPr>
            <a:spLocks noGrp="1"/>
          </p:cNvSpPr>
          <p:nvPr>
            <p:ph type="title"/>
          </p:nvPr>
        </p:nvSpPr>
        <p:spPr>
          <a:xfrm>
            <a:off x="551329" y="620953"/>
            <a:ext cx="11026589" cy="2043347"/>
          </a:xfrm>
        </p:spPr>
        <p:txBody>
          <a:bodyPr/>
          <a:lstStyle>
            <a:lvl1pPr>
              <a:defRPr b="1">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C37265B-601D-A8E6-F558-F3D4272D1CB0}"/>
              </a:ext>
            </a:extLst>
          </p:cNvPr>
          <p:cNvSpPr>
            <a:spLocks noGrp="1"/>
          </p:cNvSpPr>
          <p:nvPr>
            <p:ph sz="half" idx="1"/>
          </p:nvPr>
        </p:nvSpPr>
        <p:spPr>
          <a:xfrm>
            <a:off x="551329" y="2697371"/>
            <a:ext cx="11026589" cy="38640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C2AC0E68-9322-85EE-BA51-CF72EB11D367}"/>
              </a:ext>
            </a:extLst>
          </p:cNvPr>
          <p:cNvPicPr>
            <a:picLocks noChangeAspect="1"/>
          </p:cNvPicPr>
          <p:nvPr/>
        </p:nvPicPr>
        <p:blipFill>
          <a:blip r:embed="rId2"/>
          <a:stretch>
            <a:fillRect/>
          </a:stretch>
        </p:blipFill>
        <p:spPr>
          <a:xfrm>
            <a:off x="4876798" y="232585"/>
            <a:ext cx="2438400" cy="228600"/>
          </a:xfrm>
          <a:prstGeom prst="rect">
            <a:avLst/>
          </a:prstGeom>
        </p:spPr>
      </p:pic>
      <p:cxnSp>
        <p:nvCxnSpPr>
          <p:cNvPr id="9" name="Straight Connector 8">
            <a:extLst>
              <a:ext uri="{FF2B5EF4-FFF2-40B4-BE49-F238E27FC236}">
                <a16:creationId xmlns:a16="http://schemas.microsoft.com/office/drawing/2014/main" id="{6EAD38DD-DC0B-CA38-F6F8-63AA2F7FB3A9}"/>
              </a:ext>
            </a:extLst>
          </p:cNvPr>
          <p:cNvCxnSpPr/>
          <p:nvPr/>
        </p:nvCxnSpPr>
        <p:spPr>
          <a:xfrm>
            <a:off x="0" y="587881"/>
            <a:ext cx="12192000" cy="0"/>
          </a:xfrm>
          <a:prstGeom prst="line">
            <a:avLst/>
          </a:prstGeom>
          <a:ln w="19050">
            <a:solidFill>
              <a:schemeClr val="bg1">
                <a:lumMod val="75000"/>
                <a:alpha val="3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E2837FB6-3E05-1391-E32A-047CB0BA6554}"/>
              </a:ext>
            </a:extLst>
          </p:cNvPr>
          <p:cNvSpPr>
            <a:spLocks noGrp="1"/>
          </p:cNvSpPr>
          <p:nvPr>
            <p:ph type="dt" sz="half" idx="10"/>
          </p:nvPr>
        </p:nvSpPr>
        <p:spPr>
          <a:xfrm>
            <a:off x="130629" y="106065"/>
            <a:ext cx="2743200" cy="365125"/>
          </a:xfrm>
        </p:spPr>
        <p:txBody>
          <a:bodyPr/>
          <a:lstStyle/>
          <a:p>
            <a:r>
              <a:rPr lang="en-US"/>
              <a:t>5/12</a:t>
            </a:r>
          </a:p>
        </p:txBody>
      </p:sp>
      <p:sp>
        <p:nvSpPr>
          <p:cNvPr id="11" name="Slide Number Placeholder 5">
            <a:extLst>
              <a:ext uri="{FF2B5EF4-FFF2-40B4-BE49-F238E27FC236}">
                <a16:creationId xmlns:a16="http://schemas.microsoft.com/office/drawing/2014/main" id="{DDA56454-B273-1156-879E-5C537A119DF7}"/>
              </a:ext>
            </a:extLst>
          </p:cNvPr>
          <p:cNvSpPr>
            <a:spLocks noGrp="1"/>
          </p:cNvSpPr>
          <p:nvPr>
            <p:ph type="sldNum" sz="quarter" idx="12"/>
          </p:nvPr>
        </p:nvSpPr>
        <p:spPr>
          <a:xfrm>
            <a:off x="9318167" y="109741"/>
            <a:ext cx="2743200" cy="365125"/>
          </a:xfrm>
        </p:spPr>
        <p:txBody>
          <a:bodyPr/>
          <a:lstStyle/>
          <a:p>
            <a:fld id="{5F4A5F9C-8E71-BE4A-A541-E25C9D66EC79}" type="slidenum">
              <a:rPr lang="en-US" smtClean="0"/>
              <a:pPr/>
              <a:t>‹#›</a:t>
            </a:fld>
            <a:endParaRPr lang="en-US"/>
          </a:p>
        </p:txBody>
      </p:sp>
    </p:spTree>
    <p:extLst>
      <p:ext uri="{BB962C8B-B14F-4D97-AF65-F5344CB8AC3E}">
        <p14:creationId xmlns:p14="http://schemas.microsoft.com/office/powerpoint/2010/main" val="7837423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IMAGE RIGHT - ORANGE">
    <p:spTree>
      <p:nvGrpSpPr>
        <p:cNvPr id="1" name=""/>
        <p:cNvGrpSpPr/>
        <p:nvPr/>
      </p:nvGrpSpPr>
      <p:grpSpPr>
        <a:xfrm>
          <a:off x="0" y="0"/>
          <a:ext cx="0" cy="0"/>
          <a:chOff x="0" y="0"/>
          <a:chExt cx="0" cy="0"/>
        </a:xfrm>
      </p:grpSpPr>
      <p:pic>
        <p:nvPicPr>
          <p:cNvPr id="39" name="Image 35" descr=" ">
            <a:extLst>
              <a:ext uri="{FF2B5EF4-FFF2-40B4-BE49-F238E27FC236}">
                <a16:creationId xmlns:a16="http://schemas.microsoft.com/office/drawing/2014/main" id="{E70D1E8F-72EE-D02D-1E1A-6F92B9B648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9685920" cy="6858000"/>
          </a:xfrm>
          <a:prstGeom prst="rect">
            <a:avLst/>
          </a:prstGeom>
        </p:spPr>
      </p:pic>
      <p:pic>
        <p:nvPicPr>
          <p:cNvPr id="40" name="Image 36" descr=" ">
            <a:extLst>
              <a:ext uri="{FF2B5EF4-FFF2-40B4-BE49-F238E27FC236}">
                <a16:creationId xmlns:a16="http://schemas.microsoft.com/office/drawing/2014/main" id="{FD9CA7B6-DB83-DE45-E935-D9D4AD19CE7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7777227" cy="6858000"/>
          </a:xfrm>
          <a:prstGeom prst="rect">
            <a:avLst/>
          </a:prstGeom>
        </p:spPr>
      </p:pic>
      <p:sp>
        <p:nvSpPr>
          <p:cNvPr id="89" name="Picture Placeholder 51">
            <a:extLst>
              <a:ext uri="{FF2B5EF4-FFF2-40B4-BE49-F238E27FC236}">
                <a16:creationId xmlns:a16="http://schemas.microsoft.com/office/drawing/2014/main" id="{01919642-F61A-94D1-1617-10791DE13DEA}"/>
              </a:ext>
            </a:extLst>
          </p:cNvPr>
          <p:cNvSpPr>
            <a:spLocks noGrp="1"/>
          </p:cNvSpPr>
          <p:nvPr>
            <p:ph type="pic" sz="quarter" idx="10"/>
          </p:nvPr>
        </p:nvSpPr>
        <p:spPr>
          <a:xfrm>
            <a:off x="7937631" y="286512"/>
            <a:ext cx="4265643" cy="6552438"/>
          </a:xfrm>
          <a:prstGeom prst="rect">
            <a:avLst/>
          </a:prstGeom>
        </p:spPr>
        <p:txBody>
          <a:bodyPr anchor="ctr"/>
          <a:lstStyle>
            <a:lvl1pPr marL="0" indent="0" algn="ctr">
              <a:buNone/>
              <a:defRPr>
                <a:solidFill>
                  <a:schemeClr val="accent6">
                    <a:lumMod val="75000"/>
                  </a:schemeClr>
                </a:solidFill>
                <a:latin typeface="Arial" panose="020B0604020202020204" pitchFamily="34" charset="0"/>
                <a:cs typeface="Arial" panose="020B0604020202020204" pitchFamily="34" charset="0"/>
              </a:defRPr>
            </a:lvl1pPr>
          </a:lstStyle>
          <a:p>
            <a:endParaRPr lang="en-US"/>
          </a:p>
        </p:txBody>
      </p:sp>
      <p:sp>
        <p:nvSpPr>
          <p:cNvPr id="90" name="Rectangle 89">
            <a:extLst>
              <a:ext uri="{FF2B5EF4-FFF2-40B4-BE49-F238E27FC236}">
                <a16:creationId xmlns:a16="http://schemas.microsoft.com/office/drawing/2014/main" id="{4B86BAC1-E3AF-8C8B-C57C-90782C26BAB1}"/>
              </a:ext>
            </a:extLst>
          </p:cNvPr>
          <p:cNvSpPr/>
          <p:nvPr userDrawn="1"/>
        </p:nvSpPr>
        <p:spPr>
          <a:xfrm>
            <a:off x="7937631" y="0"/>
            <a:ext cx="4265643" cy="3177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82" name="Group 81">
            <a:extLst>
              <a:ext uri="{FF2B5EF4-FFF2-40B4-BE49-F238E27FC236}">
                <a16:creationId xmlns:a16="http://schemas.microsoft.com/office/drawing/2014/main" id="{2CBD6927-C8F7-FA4D-CB9F-028E5B6B3EB7}"/>
              </a:ext>
            </a:extLst>
          </p:cNvPr>
          <p:cNvGrpSpPr/>
          <p:nvPr userDrawn="1"/>
        </p:nvGrpSpPr>
        <p:grpSpPr>
          <a:xfrm>
            <a:off x="730246" y="373075"/>
            <a:ext cx="2935086" cy="274873"/>
            <a:chOff x="1460683" y="746150"/>
            <a:chExt cx="5870936" cy="549746"/>
          </a:xfrm>
        </p:grpSpPr>
        <p:pic>
          <p:nvPicPr>
            <p:cNvPr id="45" name="Image 40" descr=" ">
              <a:extLst>
                <a:ext uri="{FF2B5EF4-FFF2-40B4-BE49-F238E27FC236}">
                  <a16:creationId xmlns:a16="http://schemas.microsoft.com/office/drawing/2014/main" id="{9C1319A9-C47B-4B96-A3D8-E693CE1C3E3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648469" y="797682"/>
              <a:ext cx="288155" cy="331267"/>
            </a:xfrm>
            <a:prstGeom prst="rect">
              <a:avLst/>
            </a:prstGeom>
          </p:spPr>
        </p:pic>
        <p:pic>
          <p:nvPicPr>
            <p:cNvPr id="46" name="Image 41" descr=" ">
              <a:extLst>
                <a:ext uri="{FF2B5EF4-FFF2-40B4-BE49-F238E27FC236}">
                  <a16:creationId xmlns:a16="http://schemas.microsoft.com/office/drawing/2014/main" id="{9325997A-3F8D-31A4-A651-33618F3E21E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460683" y="789843"/>
              <a:ext cx="300348" cy="339006"/>
            </a:xfrm>
            <a:prstGeom prst="rect">
              <a:avLst/>
            </a:prstGeom>
          </p:spPr>
        </p:pic>
        <p:pic>
          <p:nvPicPr>
            <p:cNvPr id="47" name="Image 42" descr=" ">
              <a:extLst>
                <a:ext uri="{FF2B5EF4-FFF2-40B4-BE49-F238E27FC236}">
                  <a16:creationId xmlns:a16="http://schemas.microsoft.com/office/drawing/2014/main" id="{CEB65851-07B3-A47F-ADB3-41E8761968A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781534" y="895238"/>
              <a:ext cx="424560" cy="226380"/>
            </a:xfrm>
            <a:prstGeom prst="rect">
              <a:avLst/>
            </a:prstGeom>
          </p:spPr>
        </p:pic>
        <p:pic>
          <p:nvPicPr>
            <p:cNvPr id="48" name="Image 43" descr=" ">
              <a:extLst>
                <a:ext uri="{FF2B5EF4-FFF2-40B4-BE49-F238E27FC236}">
                  <a16:creationId xmlns:a16="http://schemas.microsoft.com/office/drawing/2014/main" id="{F035AA51-8A97-2F37-3642-28745677E71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2230493" y="902667"/>
              <a:ext cx="141380" cy="218951"/>
            </a:xfrm>
            <a:prstGeom prst="rect">
              <a:avLst/>
            </a:prstGeom>
          </p:spPr>
        </p:pic>
        <p:pic>
          <p:nvPicPr>
            <p:cNvPr id="49" name="Image 44" descr=" ">
              <a:extLst>
                <a:ext uri="{FF2B5EF4-FFF2-40B4-BE49-F238E27FC236}">
                  <a16:creationId xmlns:a16="http://schemas.microsoft.com/office/drawing/2014/main" id="{E1466C92-68F8-0E50-69A8-C31846D893D8}"/>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071303" y="902667"/>
              <a:ext cx="141380" cy="218951"/>
            </a:xfrm>
            <a:prstGeom prst="rect">
              <a:avLst/>
            </a:prstGeom>
          </p:spPr>
        </p:pic>
        <p:pic>
          <p:nvPicPr>
            <p:cNvPr id="50" name="Image 45" descr=" ">
              <a:extLst>
                <a:ext uri="{FF2B5EF4-FFF2-40B4-BE49-F238E27FC236}">
                  <a16:creationId xmlns:a16="http://schemas.microsoft.com/office/drawing/2014/main" id="{A5577F0B-47B6-8170-0973-D19512A5DAD2}"/>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2549819" y="797682"/>
              <a:ext cx="296465" cy="323937"/>
            </a:xfrm>
            <a:prstGeom prst="rect">
              <a:avLst/>
            </a:prstGeom>
          </p:spPr>
        </p:pic>
        <p:pic>
          <p:nvPicPr>
            <p:cNvPr id="51" name="Image 46" descr=" ">
              <a:extLst>
                <a:ext uri="{FF2B5EF4-FFF2-40B4-BE49-F238E27FC236}">
                  <a16:creationId xmlns:a16="http://schemas.microsoft.com/office/drawing/2014/main" id="{B1BEFDA5-0BD7-898C-FFC6-96059DA85323}"/>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3223152" y="895449"/>
              <a:ext cx="260742" cy="233623"/>
            </a:xfrm>
            <a:prstGeom prst="rect">
              <a:avLst/>
            </a:prstGeom>
          </p:spPr>
        </p:pic>
        <p:pic>
          <p:nvPicPr>
            <p:cNvPr id="52" name="Image 47" descr=" ">
              <a:extLst>
                <a:ext uri="{FF2B5EF4-FFF2-40B4-BE49-F238E27FC236}">
                  <a16:creationId xmlns:a16="http://schemas.microsoft.com/office/drawing/2014/main" id="{9C6EA6F1-3E0B-2939-B408-1B2A9E8BFA55}"/>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494239" y="797682"/>
              <a:ext cx="143649" cy="323937"/>
            </a:xfrm>
            <a:prstGeom prst="rect">
              <a:avLst/>
            </a:prstGeom>
          </p:spPr>
        </p:pic>
        <p:pic>
          <p:nvPicPr>
            <p:cNvPr id="53" name="Image 48" descr=" ">
              <a:extLst>
                <a:ext uri="{FF2B5EF4-FFF2-40B4-BE49-F238E27FC236}">
                  <a16:creationId xmlns:a16="http://schemas.microsoft.com/office/drawing/2014/main" id="{E4849163-5206-7F84-3EF2-C313155F62C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2247635" y="776523"/>
              <a:ext cx="100695" cy="100781"/>
            </a:xfrm>
            <a:prstGeom prst="rect">
              <a:avLst/>
            </a:prstGeom>
          </p:spPr>
        </p:pic>
        <p:pic>
          <p:nvPicPr>
            <p:cNvPr id="54" name="Image 49" descr=" ">
              <a:extLst>
                <a:ext uri="{FF2B5EF4-FFF2-40B4-BE49-F238E27FC236}">
                  <a16:creationId xmlns:a16="http://schemas.microsoft.com/office/drawing/2014/main" id="{6A16172E-3729-D4C8-40C3-1EDA049E5D6B}"/>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2377368" y="805334"/>
              <a:ext cx="146775" cy="316061"/>
            </a:xfrm>
            <a:prstGeom prst="rect">
              <a:avLst/>
            </a:prstGeom>
          </p:spPr>
        </p:pic>
        <p:pic>
          <p:nvPicPr>
            <p:cNvPr id="55" name="Image 50" descr=" ">
              <a:extLst>
                <a:ext uri="{FF2B5EF4-FFF2-40B4-BE49-F238E27FC236}">
                  <a16:creationId xmlns:a16="http://schemas.microsoft.com/office/drawing/2014/main" id="{D93E01CB-B7FD-0527-B4E6-0F49C912E516}"/>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2745478" y="746150"/>
              <a:ext cx="428158" cy="530560"/>
            </a:xfrm>
            <a:prstGeom prst="rect">
              <a:avLst/>
            </a:prstGeom>
          </p:spPr>
        </p:pic>
        <p:pic>
          <p:nvPicPr>
            <p:cNvPr id="56" name="Image 51" descr=" ">
              <a:extLst>
                <a:ext uri="{FF2B5EF4-FFF2-40B4-BE49-F238E27FC236}">
                  <a16:creationId xmlns:a16="http://schemas.microsoft.com/office/drawing/2014/main" id="{FA224102-5C5D-DFC5-EFC1-AD0DBB0550AE}"/>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3947849" y="1063352"/>
              <a:ext cx="58931" cy="58924"/>
            </a:xfrm>
            <a:prstGeom prst="rect">
              <a:avLst/>
            </a:prstGeom>
          </p:spPr>
        </p:pic>
        <p:pic>
          <p:nvPicPr>
            <p:cNvPr id="57" name="Image 52" descr=" ">
              <a:extLst>
                <a:ext uri="{FF2B5EF4-FFF2-40B4-BE49-F238E27FC236}">
                  <a16:creationId xmlns:a16="http://schemas.microsoft.com/office/drawing/2014/main" id="{E2EC7A1B-FC5F-A3BF-3E6F-257CE388588E}"/>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4149437" y="829940"/>
              <a:ext cx="205768" cy="465956"/>
            </a:xfrm>
            <a:prstGeom prst="rect">
              <a:avLst/>
            </a:prstGeom>
          </p:spPr>
        </p:pic>
        <p:pic>
          <p:nvPicPr>
            <p:cNvPr id="58" name="Image 53" descr=" ">
              <a:extLst>
                <a:ext uri="{FF2B5EF4-FFF2-40B4-BE49-F238E27FC236}">
                  <a16:creationId xmlns:a16="http://schemas.microsoft.com/office/drawing/2014/main" id="{2235D9D4-4A0A-FB1D-7305-98D1ABCADE39}"/>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363665" y="962025"/>
              <a:ext cx="127785" cy="164778"/>
            </a:xfrm>
            <a:prstGeom prst="rect">
              <a:avLst/>
            </a:prstGeom>
          </p:spPr>
        </p:pic>
        <p:pic>
          <p:nvPicPr>
            <p:cNvPr id="59" name="Image 54" descr=" ">
              <a:extLst>
                <a:ext uri="{FF2B5EF4-FFF2-40B4-BE49-F238E27FC236}">
                  <a16:creationId xmlns:a16="http://schemas.microsoft.com/office/drawing/2014/main" id="{915A4F15-9D47-73E2-90CF-39BD96733CE7}"/>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507947" y="962025"/>
              <a:ext cx="127785" cy="164778"/>
            </a:xfrm>
            <a:prstGeom prst="rect">
              <a:avLst/>
            </a:prstGeom>
          </p:spPr>
        </p:pic>
        <p:pic>
          <p:nvPicPr>
            <p:cNvPr id="60" name="Image 55" descr=" ">
              <a:extLst>
                <a:ext uri="{FF2B5EF4-FFF2-40B4-BE49-F238E27FC236}">
                  <a16:creationId xmlns:a16="http://schemas.microsoft.com/office/drawing/2014/main" id="{CFA32F5C-3A22-D3F9-F173-803D509D1ED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4652142" y="846993"/>
              <a:ext cx="164414" cy="282501"/>
            </a:xfrm>
            <a:prstGeom prst="rect">
              <a:avLst/>
            </a:prstGeom>
          </p:spPr>
        </p:pic>
        <p:pic>
          <p:nvPicPr>
            <p:cNvPr id="61" name="Image 56" descr=" ">
              <a:extLst>
                <a:ext uri="{FF2B5EF4-FFF2-40B4-BE49-F238E27FC236}">
                  <a16:creationId xmlns:a16="http://schemas.microsoft.com/office/drawing/2014/main" id="{4DC52ADB-7710-0756-EAF8-C10A94457CCC}"/>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4897343" y="840730"/>
              <a:ext cx="135761" cy="387933"/>
            </a:xfrm>
            <a:prstGeom prst="rect">
              <a:avLst/>
            </a:prstGeom>
          </p:spPr>
        </p:pic>
        <p:pic>
          <p:nvPicPr>
            <p:cNvPr id="62" name="Image 57" descr=" ">
              <a:extLst>
                <a:ext uri="{FF2B5EF4-FFF2-40B4-BE49-F238E27FC236}">
                  <a16:creationId xmlns:a16="http://schemas.microsoft.com/office/drawing/2014/main" id="{91200845-A551-A51D-554F-2E1037DC6C5A}"/>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5024681" y="962000"/>
              <a:ext cx="127785" cy="164790"/>
            </a:xfrm>
            <a:prstGeom prst="rect">
              <a:avLst/>
            </a:prstGeom>
          </p:spPr>
        </p:pic>
        <p:pic>
          <p:nvPicPr>
            <p:cNvPr id="63" name="Image 58" descr=" ">
              <a:extLst>
                <a:ext uri="{FF2B5EF4-FFF2-40B4-BE49-F238E27FC236}">
                  <a16:creationId xmlns:a16="http://schemas.microsoft.com/office/drawing/2014/main" id="{312A205C-0135-4543-9545-37A476307E47}"/>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5169509" y="962013"/>
              <a:ext cx="127673" cy="164778"/>
            </a:xfrm>
            <a:prstGeom prst="rect">
              <a:avLst/>
            </a:prstGeom>
          </p:spPr>
        </p:pic>
        <p:pic>
          <p:nvPicPr>
            <p:cNvPr id="64" name="Image 59" descr=" ">
              <a:extLst>
                <a:ext uri="{FF2B5EF4-FFF2-40B4-BE49-F238E27FC236}">
                  <a16:creationId xmlns:a16="http://schemas.microsoft.com/office/drawing/2014/main" id="{33A10C34-D616-F32E-A030-5EB3F5D5A4A2}"/>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313704" y="846882"/>
              <a:ext cx="164277" cy="282501"/>
            </a:xfrm>
            <a:prstGeom prst="rect">
              <a:avLst/>
            </a:prstGeom>
          </p:spPr>
        </p:pic>
        <p:pic>
          <p:nvPicPr>
            <p:cNvPr id="65" name="Image 60" descr=" ">
              <a:extLst>
                <a:ext uri="{FF2B5EF4-FFF2-40B4-BE49-F238E27FC236}">
                  <a16:creationId xmlns:a16="http://schemas.microsoft.com/office/drawing/2014/main" id="{C8513851-48E0-BC4E-F4E3-BBFACEC90EEB}"/>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5500718" y="1088603"/>
              <a:ext cx="36914" cy="38311"/>
            </a:xfrm>
            <a:prstGeom prst="rect">
              <a:avLst/>
            </a:prstGeom>
          </p:spPr>
        </p:pic>
        <p:pic>
          <p:nvPicPr>
            <p:cNvPr id="66" name="Image 61" descr=" ">
              <a:extLst>
                <a:ext uri="{FF2B5EF4-FFF2-40B4-BE49-F238E27FC236}">
                  <a16:creationId xmlns:a16="http://schemas.microsoft.com/office/drawing/2014/main" id="{1EA3E8AD-EF56-6AF8-2FF9-5E14DED08BF4}"/>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5547989" y="846348"/>
              <a:ext cx="372588" cy="305395"/>
            </a:xfrm>
            <a:prstGeom prst="rect">
              <a:avLst/>
            </a:prstGeom>
          </p:spPr>
        </p:pic>
        <p:pic>
          <p:nvPicPr>
            <p:cNvPr id="67" name="Image 62" descr=" ">
              <a:extLst>
                <a:ext uri="{FF2B5EF4-FFF2-40B4-BE49-F238E27FC236}">
                  <a16:creationId xmlns:a16="http://schemas.microsoft.com/office/drawing/2014/main" id="{A06D5053-F0C9-AC72-D43E-4DA97BF52138}"/>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5924100" y="948754"/>
              <a:ext cx="231171" cy="185874"/>
            </a:xfrm>
            <a:prstGeom prst="rect">
              <a:avLst/>
            </a:prstGeom>
          </p:spPr>
        </p:pic>
        <p:pic>
          <p:nvPicPr>
            <p:cNvPr id="68" name="Image 63" descr=" ">
              <a:extLst>
                <a:ext uri="{FF2B5EF4-FFF2-40B4-BE49-F238E27FC236}">
                  <a16:creationId xmlns:a16="http://schemas.microsoft.com/office/drawing/2014/main" id="{36E3CD56-4709-2E92-DDEF-B80D158DCC82}"/>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6186020" y="954100"/>
              <a:ext cx="139668" cy="290860"/>
            </a:xfrm>
            <a:prstGeom prst="rect">
              <a:avLst/>
            </a:prstGeom>
          </p:spPr>
        </p:pic>
        <p:pic>
          <p:nvPicPr>
            <p:cNvPr id="69" name="Image 64" descr=" ">
              <a:extLst>
                <a:ext uri="{FF2B5EF4-FFF2-40B4-BE49-F238E27FC236}">
                  <a16:creationId xmlns:a16="http://schemas.microsoft.com/office/drawing/2014/main" id="{78929DF1-0299-7C18-FA04-2FDF43D8C071}"/>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6340672" y="962025"/>
              <a:ext cx="127785" cy="164778"/>
            </a:xfrm>
            <a:prstGeom prst="rect">
              <a:avLst/>
            </a:prstGeom>
          </p:spPr>
        </p:pic>
        <p:pic>
          <p:nvPicPr>
            <p:cNvPr id="70" name="Image 65" descr=" ">
              <a:extLst>
                <a:ext uri="{FF2B5EF4-FFF2-40B4-BE49-F238E27FC236}">
                  <a16:creationId xmlns:a16="http://schemas.microsoft.com/office/drawing/2014/main" id="{FEB8C443-C7AA-6EB0-A26B-084C363990CE}"/>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490040" y="956506"/>
              <a:ext cx="151141" cy="174923"/>
            </a:xfrm>
            <a:prstGeom prst="rect">
              <a:avLst/>
            </a:prstGeom>
          </p:spPr>
        </p:pic>
        <p:pic>
          <p:nvPicPr>
            <p:cNvPr id="71" name="Image 66" descr=" ">
              <a:extLst>
                <a:ext uri="{FF2B5EF4-FFF2-40B4-BE49-F238E27FC236}">
                  <a16:creationId xmlns:a16="http://schemas.microsoft.com/office/drawing/2014/main" id="{51297429-C895-6F02-0A5E-B954E62F8D04}"/>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6635922" y="958466"/>
              <a:ext cx="117874" cy="176275"/>
            </a:xfrm>
            <a:prstGeom prst="rect">
              <a:avLst/>
            </a:prstGeom>
          </p:spPr>
        </p:pic>
        <p:pic>
          <p:nvPicPr>
            <p:cNvPr id="72" name="Image 67" descr=" ">
              <a:extLst>
                <a:ext uri="{FF2B5EF4-FFF2-40B4-BE49-F238E27FC236}">
                  <a16:creationId xmlns:a16="http://schemas.microsoft.com/office/drawing/2014/main" id="{84BAE453-7786-827F-5D62-38D8A416D65D}"/>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6789470" y="874154"/>
              <a:ext cx="27475" cy="61218"/>
            </a:xfrm>
            <a:prstGeom prst="rect">
              <a:avLst/>
            </a:prstGeom>
          </p:spPr>
        </p:pic>
        <p:pic>
          <p:nvPicPr>
            <p:cNvPr id="73" name="Image 68" descr=" ">
              <a:extLst>
                <a:ext uri="{FF2B5EF4-FFF2-40B4-BE49-F238E27FC236}">
                  <a16:creationId xmlns:a16="http://schemas.microsoft.com/office/drawing/2014/main" id="{95A9CCD2-7A68-505C-A55B-A84F54EA8CA7}"/>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6783566" y="965361"/>
              <a:ext cx="47296" cy="166501"/>
            </a:xfrm>
            <a:prstGeom prst="rect">
              <a:avLst/>
            </a:prstGeom>
          </p:spPr>
        </p:pic>
        <p:pic>
          <p:nvPicPr>
            <p:cNvPr id="74" name="Image 69" descr=" ">
              <a:extLst>
                <a:ext uri="{FF2B5EF4-FFF2-40B4-BE49-F238E27FC236}">
                  <a16:creationId xmlns:a16="http://schemas.microsoft.com/office/drawing/2014/main" id="{E502191F-9BD6-1146-7C2F-8D00F3B71394}"/>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6870567" y="852376"/>
              <a:ext cx="117961" cy="278842"/>
            </a:xfrm>
            <a:prstGeom prst="rect">
              <a:avLst/>
            </a:prstGeom>
          </p:spPr>
        </p:pic>
        <p:pic>
          <p:nvPicPr>
            <p:cNvPr id="75" name="Image 70" descr=" ">
              <a:extLst>
                <a:ext uri="{FF2B5EF4-FFF2-40B4-BE49-F238E27FC236}">
                  <a16:creationId xmlns:a16="http://schemas.microsoft.com/office/drawing/2014/main" id="{1C8C27DE-2028-25AE-5D9A-EDAA0B9A3D43}"/>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7019785" y="872244"/>
              <a:ext cx="55880" cy="254992"/>
            </a:xfrm>
            <a:prstGeom prst="rect">
              <a:avLst/>
            </a:prstGeom>
          </p:spPr>
        </p:pic>
        <p:pic>
          <p:nvPicPr>
            <p:cNvPr id="76" name="Image 71" descr=" ">
              <a:extLst>
                <a:ext uri="{FF2B5EF4-FFF2-40B4-BE49-F238E27FC236}">
                  <a16:creationId xmlns:a16="http://schemas.microsoft.com/office/drawing/2014/main" id="{FBDE350D-72DF-E49A-D5F7-12F5098F4542}"/>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7055323" y="933314"/>
              <a:ext cx="165121" cy="318976"/>
            </a:xfrm>
            <a:prstGeom prst="rect">
              <a:avLst/>
            </a:prstGeom>
          </p:spPr>
        </p:pic>
        <p:pic>
          <p:nvPicPr>
            <p:cNvPr id="77" name="Image 72" descr=" ">
              <a:extLst>
                <a:ext uri="{FF2B5EF4-FFF2-40B4-BE49-F238E27FC236}">
                  <a16:creationId xmlns:a16="http://schemas.microsoft.com/office/drawing/2014/main" id="{A5AA392E-9AE6-47C2-97DC-A0ADDE097825}"/>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7260272" y="1088603"/>
              <a:ext cx="36914" cy="38311"/>
            </a:xfrm>
            <a:prstGeom prst="rect">
              <a:avLst/>
            </a:prstGeom>
          </p:spPr>
        </p:pic>
        <p:pic>
          <p:nvPicPr>
            <p:cNvPr id="78" name="Image 73" descr=" ">
              <a:extLst>
                <a:ext uri="{FF2B5EF4-FFF2-40B4-BE49-F238E27FC236}">
                  <a16:creationId xmlns:a16="http://schemas.microsoft.com/office/drawing/2014/main" id="{2D54B4EB-B6AE-38C4-1E24-A04908E710E9}"/>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7290389" y="894209"/>
              <a:ext cx="27661" cy="32420"/>
            </a:xfrm>
            <a:prstGeom prst="rect">
              <a:avLst/>
            </a:prstGeom>
          </p:spPr>
        </p:pic>
        <p:pic>
          <p:nvPicPr>
            <p:cNvPr id="79" name="Image 74" descr=" ">
              <a:extLst>
                <a:ext uri="{FF2B5EF4-FFF2-40B4-BE49-F238E27FC236}">
                  <a16:creationId xmlns:a16="http://schemas.microsoft.com/office/drawing/2014/main" id="{A315274A-BFF3-C7C9-57A1-71C5D0DC5EF1}"/>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7272688" y="880653"/>
              <a:ext cx="58931" cy="58924"/>
            </a:xfrm>
            <a:prstGeom prst="rect">
              <a:avLst/>
            </a:prstGeom>
          </p:spPr>
        </p:pic>
      </p:grpSp>
      <p:sp>
        <p:nvSpPr>
          <p:cNvPr id="87" name="Title 1">
            <a:extLst>
              <a:ext uri="{FF2B5EF4-FFF2-40B4-BE49-F238E27FC236}">
                <a16:creationId xmlns:a16="http://schemas.microsoft.com/office/drawing/2014/main" id="{E8B5EE74-7E32-F09B-1A65-2DC008A7DA25}"/>
              </a:ext>
            </a:extLst>
          </p:cNvPr>
          <p:cNvSpPr>
            <a:spLocks noGrp="1"/>
          </p:cNvSpPr>
          <p:nvPr>
            <p:ph type="ctrTitle" hasCustomPrompt="1"/>
          </p:nvPr>
        </p:nvSpPr>
        <p:spPr>
          <a:xfrm>
            <a:off x="1123671" y="1194246"/>
            <a:ext cx="5924597" cy="473034"/>
          </a:xfrm>
          <a:prstGeom prst="rect">
            <a:avLst/>
          </a:prstGeom>
        </p:spPr>
        <p:txBody>
          <a:bodyPr anchor="t"/>
          <a:lstStyle>
            <a:lvl1pPr algn="l">
              <a:lnSpc>
                <a:spcPts val="4499"/>
              </a:lnSpc>
              <a:defRPr sz="4999" b="1" i="0" spc="-150">
                <a:solidFill>
                  <a:schemeClr val="tx2"/>
                </a:solidFill>
                <a:latin typeface="Arial" panose="020B0604020202020204" pitchFamily="34" charset="0"/>
                <a:cs typeface="Arial" panose="020B0604020202020204" pitchFamily="34" charset="0"/>
              </a:defRPr>
            </a:lvl1pPr>
          </a:lstStyle>
          <a:p>
            <a:r>
              <a:rPr lang="en-US"/>
              <a:t>Slide Title Here</a:t>
            </a:r>
          </a:p>
        </p:txBody>
      </p:sp>
      <p:sp>
        <p:nvSpPr>
          <p:cNvPr id="88" name="Content Placeholder 3">
            <a:extLst>
              <a:ext uri="{FF2B5EF4-FFF2-40B4-BE49-F238E27FC236}">
                <a16:creationId xmlns:a16="http://schemas.microsoft.com/office/drawing/2014/main" id="{EDC3C8AD-C1DE-93C5-5A90-59D8D22F080E}"/>
              </a:ext>
            </a:extLst>
          </p:cNvPr>
          <p:cNvSpPr>
            <a:spLocks noGrp="1"/>
          </p:cNvSpPr>
          <p:nvPr>
            <p:ph sz="half" idx="2" hasCustomPrompt="1"/>
          </p:nvPr>
        </p:nvSpPr>
        <p:spPr>
          <a:xfrm>
            <a:off x="1646295" y="2195708"/>
            <a:ext cx="5077857" cy="3168078"/>
          </a:xfrm>
          <a:prstGeom prst="rect">
            <a:avLst/>
          </a:prstGeom>
        </p:spPr>
        <p:txBody>
          <a:bodyPr/>
          <a:lstStyle>
            <a:lvl1pPr marL="228554" indent="-228554" algn="l">
              <a:lnSpc>
                <a:spcPts val="2080"/>
              </a:lnSpc>
              <a:spcBef>
                <a:spcPts val="0"/>
              </a:spcBef>
              <a:spcAft>
                <a:spcPts val="1500"/>
              </a:spcAft>
              <a:buClr>
                <a:srgbClr val="D05D14"/>
              </a:buClr>
              <a:buFont typeface="Arial" panose="020B0604020202020204" pitchFamily="34" charset="0"/>
              <a:buChar char="•"/>
              <a:defRPr sz="1800">
                <a:solidFill>
                  <a:schemeClr val="tx2"/>
                </a:solidFill>
                <a:latin typeface="Georgia" panose="02040502050405020303" pitchFamily="18" charset="0"/>
              </a:defRPr>
            </a:lvl1pPr>
            <a:lvl2pPr marL="228554" indent="0">
              <a:buNone/>
              <a:defRPr/>
            </a:lvl2pPr>
            <a:lvl3pPr marL="457109" indent="0">
              <a:buNone/>
              <a:defRPr/>
            </a:lvl3pPr>
            <a:lvl4pPr marL="685663" indent="0">
              <a:buNone/>
              <a:defRPr/>
            </a:lvl4pPr>
            <a:lvl5pPr marL="914217" indent="0">
              <a:buNone/>
              <a:defRPr/>
            </a:lvl5pPr>
          </a:lstStyle>
          <a:p>
            <a:pPr marL="457200" indent="-457200" algn="l">
              <a:lnSpc>
                <a:spcPts val="4160"/>
              </a:lnSpc>
              <a:spcAft>
                <a:spcPts val="3000"/>
              </a:spcAft>
              <a:buClr>
                <a:srgbClr val="D05D14"/>
              </a:buClr>
              <a:buFont typeface="Arial" panose="020B0604020202020204" pitchFamily="34" charset="0"/>
              <a:buChar char="•"/>
            </a:pPr>
            <a:r>
              <a:rPr lang="en-US" sz="1600"/>
              <a:t>Bullets</a:t>
            </a:r>
          </a:p>
        </p:txBody>
      </p:sp>
      <p:pic>
        <p:nvPicPr>
          <p:cNvPr id="83" name="Image 39" descr=" ">
            <a:extLst>
              <a:ext uri="{FF2B5EF4-FFF2-40B4-BE49-F238E27FC236}">
                <a16:creationId xmlns:a16="http://schemas.microsoft.com/office/drawing/2014/main" id="{69BCAB2F-38CE-FCB0-B01D-1FCE2BA749D0}"/>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11855388" y="6496050"/>
            <a:ext cx="336548" cy="31750"/>
          </a:xfrm>
          <a:prstGeom prst="rect">
            <a:avLst/>
          </a:prstGeom>
        </p:spPr>
      </p:pic>
      <p:sp>
        <p:nvSpPr>
          <p:cNvPr id="84" name="Text 3">
            <a:extLst>
              <a:ext uri="{FF2B5EF4-FFF2-40B4-BE49-F238E27FC236}">
                <a16:creationId xmlns:a16="http://schemas.microsoft.com/office/drawing/2014/main" id="{F5CC1455-DD15-84BF-32CA-9BDEBB56ED92}"/>
              </a:ext>
            </a:extLst>
          </p:cNvPr>
          <p:cNvSpPr/>
          <p:nvPr userDrawn="1"/>
        </p:nvSpPr>
        <p:spPr>
          <a:xfrm>
            <a:off x="11328341" y="6203950"/>
            <a:ext cx="736596" cy="635000"/>
          </a:xfrm>
          <a:prstGeom prst="rect">
            <a:avLst/>
          </a:prstGeom>
          <a:noFill/>
          <a:ln/>
        </p:spPr>
        <p:txBody>
          <a:bodyPr wrap="square" lIns="0" tIns="0" rIns="0" bIns="0" rtlCol="0" anchor="ctr"/>
          <a:lstStyle/>
          <a:p>
            <a:pPr marL="0" indent="0" algn="ctr">
              <a:lnSpc>
                <a:spcPts val="810"/>
              </a:lnSpc>
              <a:buNone/>
            </a:pPr>
            <a:fld id="{A6CB6631-9250-4245-B6C2-846D9F5A1337}" type="slidenum">
              <a:rPr lang="en-US" sz="1050" smtClean="0">
                <a:solidFill>
                  <a:schemeClr val="bg1"/>
                </a:solidFill>
                <a:latin typeface="Arial" panose="020B0604020202020204" pitchFamily="34" charset="0"/>
                <a:ea typeface="Arial Regular" pitchFamily="34" charset="-122"/>
                <a:cs typeface="Arial" panose="020B0604020202020204" pitchFamily="34" charset="0"/>
              </a:rPr>
              <a:pPr marL="0" indent="0" algn="ctr">
                <a:lnSpc>
                  <a:spcPts val="810"/>
                </a:lnSpc>
                <a:buNone/>
              </a:pPr>
              <a:t>‹#›</a:t>
            </a:fld>
            <a:endParaRPr lang="en-US" sz="1050">
              <a:solidFill>
                <a:schemeClr val="bg1"/>
              </a:solidFill>
              <a:latin typeface="Arial" panose="020B0604020202020204" pitchFamily="34" charset="0"/>
              <a:cs typeface="Arial" panose="020B0604020202020204" pitchFamily="34" charset="0"/>
            </a:endParaRPr>
          </a:p>
        </p:txBody>
      </p:sp>
      <p:sp>
        <p:nvSpPr>
          <p:cNvPr id="2" name="Text 3">
            <a:extLst>
              <a:ext uri="{FF2B5EF4-FFF2-40B4-BE49-F238E27FC236}">
                <a16:creationId xmlns:a16="http://schemas.microsoft.com/office/drawing/2014/main" id="{AC67D793-C5BC-279A-1B6C-4BD8092F427E}"/>
              </a:ext>
            </a:extLst>
          </p:cNvPr>
          <p:cNvSpPr/>
          <p:nvPr userDrawn="1"/>
        </p:nvSpPr>
        <p:spPr>
          <a:xfrm>
            <a:off x="11328341" y="6208616"/>
            <a:ext cx="736596" cy="635000"/>
          </a:xfrm>
          <a:prstGeom prst="rect">
            <a:avLst/>
          </a:prstGeom>
          <a:noFill/>
          <a:ln/>
        </p:spPr>
        <p:txBody>
          <a:bodyPr wrap="square" lIns="0" tIns="0" rIns="0" bIns="0" rtlCol="0" anchor="ctr"/>
          <a:lstStyle/>
          <a:p>
            <a:pPr marL="0" indent="0" algn="ctr">
              <a:lnSpc>
                <a:spcPts val="810"/>
              </a:lnSpc>
              <a:buNone/>
            </a:pPr>
            <a:fld id="{A6CB6631-9250-4245-B6C2-846D9F5A1337}" type="slidenum">
              <a:rPr lang="en-US" sz="1050" smtClean="0">
                <a:solidFill>
                  <a:schemeClr val="bg1"/>
                </a:solidFill>
                <a:latin typeface="Arial" panose="020B0604020202020204" pitchFamily="34" charset="0"/>
                <a:ea typeface="Arial Regular" pitchFamily="34" charset="-122"/>
                <a:cs typeface="Arial" panose="020B0604020202020204" pitchFamily="34" charset="0"/>
              </a:rPr>
              <a:pPr marL="0" indent="0" algn="ctr">
                <a:lnSpc>
                  <a:spcPts val="810"/>
                </a:lnSpc>
                <a:buNone/>
              </a:pPr>
              <a:t>‹#›</a:t>
            </a:fld>
            <a:endParaRPr lang="en-US" sz="105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48115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368" name="Image 364" descr=" ">
            <a:extLst>
              <a:ext uri="{FF2B5EF4-FFF2-40B4-BE49-F238E27FC236}">
                <a16:creationId xmlns:a16="http://schemas.microsoft.com/office/drawing/2014/main" id="{0CFB4203-C979-7FCB-DD96-932944E8B2F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7180213" cy="6858000"/>
          </a:xfrm>
          <a:prstGeom prst="rect">
            <a:avLst/>
          </a:prstGeom>
        </p:spPr>
      </p:pic>
      <p:pic>
        <p:nvPicPr>
          <p:cNvPr id="369" name="Image 365" descr=" ">
            <a:extLst>
              <a:ext uri="{FF2B5EF4-FFF2-40B4-BE49-F238E27FC236}">
                <a16:creationId xmlns:a16="http://schemas.microsoft.com/office/drawing/2014/main" id="{51FE7090-6AD0-BEF5-8733-64C9CA053B0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5271521" cy="6858000"/>
          </a:xfrm>
          <a:prstGeom prst="rect">
            <a:avLst/>
          </a:prstGeom>
        </p:spPr>
      </p:pic>
      <p:grpSp>
        <p:nvGrpSpPr>
          <p:cNvPr id="413" name="Group 412">
            <a:extLst>
              <a:ext uri="{FF2B5EF4-FFF2-40B4-BE49-F238E27FC236}">
                <a16:creationId xmlns:a16="http://schemas.microsoft.com/office/drawing/2014/main" id="{328312A6-FDBC-DF30-518D-3695DFF87F0A}"/>
              </a:ext>
            </a:extLst>
          </p:cNvPr>
          <p:cNvGrpSpPr/>
          <p:nvPr userDrawn="1"/>
        </p:nvGrpSpPr>
        <p:grpSpPr>
          <a:xfrm>
            <a:off x="8921704" y="373078"/>
            <a:ext cx="2935086" cy="274873"/>
            <a:chOff x="17845730" y="746156"/>
            <a:chExt cx="5870937" cy="549746"/>
          </a:xfrm>
        </p:grpSpPr>
        <p:pic>
          <p:nvPicPr>
            <p:cNvPr id="370" name="Image 366" descr=" ">
              <a:extLst>
                <a:ext uri="{FF2B5EF4-FFF2-40B4-BE49-F238E27FC236}">
                  <a16:creationId xmlns:a16="http://schemas.microsoft.com/office/drawing/2014/main" id="{C56EEC9B-76A6-4E31-BBFB-56C480FA328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033517" y="797682"/>
              <a:ext cx="288155" cy="331267"/>
            </a:xfrm>
            <a:prstGeom prst="rect">
              <a:avLst/>
            </a:prstGeom>
          </p:spPr>
        </p:pic>
        <p:pic>
          <p:nvPicPr>
            <p:cNvPr id="371" name="Image 367" descr=" ">
              <a:extLst>
                <a:ext uri="{FF2B5EF4-FFF2-40B4-BE49-F238E27FC236}">
                  <a16:creationId xmlns:a16="http://schemas.microsoft.com/office/drawing/2014/main" id="{B3761B6D-70A9-9B7F-FC9E-4CD56F948352}"/>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7845730" y="789849"/>
              <a:ext cx="300348" cy="339006"/>
            </a:xfrm>
            <a:prstGeom prst="rect">
              <a:avLst/>
            </a:prstGeom>
          </p:spPr>
        </p:pic>
        <p:pic>
          <p:nvPicPr>
            <p:cNvPr id="372" name="Image 368" descr=" ">
              <a:extLst>
                <a:ext uri="{FF2B5EF4-FFF2-40B4-BE49-F238E27FC236}">
                  <a16:creationId xmlns:a16="http://schemas.microsoft.com/office/drawing/2014/main" id="{A49E9BDB-ED19-09A8-1737-2C7C2A19FA5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8166582" y="895245"/>
              <a:ext cx="424560" cy="226380"/>
            </a:xfrm>
            <a:prstGeom prst="rect">
              <a:avLst/>
            </a:prstGeom>
          </p:spPr>
        </p:pic>
        <p:pic>
          <p:nvPicPr>
            <p:cNvPr id="373" name="Image 369" descr=" ">
              <a:extLst>
                <a:ext uri="{FF2B5EF4-FFF2-40B4-BE49-F238E27FC236}">
                  <a16:creationId xmlns:a16="http://schemas.microsoft.com/office/drawing/2014/main" id="{8045DCD9-76C3-EA83-B698-02EB90BB865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8615541" y="902680"/>
              <a:ext cx="141380" cy="218945"/>
            </a:xfrm>
            <a:prstGeom prst="rect">
              <a:avLst/>
            </a:prstGeom>
          </p:spPr>
        </p:pic>
        <p:pic>
          <p:nvPicPr>
            <p:cNvPr id="374" name="Image 370" descr=" ">
              <a:extLst>
                <a:ext uri="{FF2B5EF4-FFF2-40B4-BE49-F238E27FC236}">
                  <a16:creationId xmlns:a16="http://schemas.microsoft.com/office/drawing/2014/main" id="{D4AB836A-E30A-0E43-FE94-9CC6D1860121}"/>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9456351" y="902680"/>
              <a:ext cx="141380" cy="218945"/>
            </a:xfrm>
            <a:prstGeom prst="rect">
              <a:avLst/>
            </a:prstGeom>
          </p:spPr>
        </p:pic>
        <p:pic>
          <p:nvPicPr>
            <p:cNvPr id="375" name="Image 371" descr=" ">
              <a:extLst>
                <a:ext uri="{FF2B5EF4-FFF2-40B4-BE49-F238E27FC236}">
                  <a16:creationId xmlns:a16="http://schemas.microsoft.com/office/drawing/2014/main" id="{DF4DBC68-673B-9F96-3331-C8C3D4B67B05}"/>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8934867" y="797682"/>
              <a:ext cx="296465" cy="323937"/>
            </a:xfrm>
            <a:prstGeom prst="rect">
              <a:avLst/>
            </a:prstGeom>
          </p:spPr>
        </p:pic>
        <p:pic>
          <p:nvPicPr>
            <p:cNvPr id="376" name="Image 372" descr=" ">
              <a:extLst>
                <a:ext uri="{FF2B5EF4-FFF2-40B4-BE49-F238E27FC236}">
                  <a16:creationId xmlns:a16="http://schemas.microsoft.com/office/drawing/2014/main" id="{F4B74B32-72DE-52A2-154B-7B1745C9D3CA}"/>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9608200" y="895449"/>
              <a:ext cx="260742" cy="233623"/>
            </a:xfrm>
            <a:prstGeom prst="rect">
              <a:avLst/>
            </a:prstGeom>
          </p:spPr>
        </p:pic>
        <p:pic>
          <p:nvPicPr>
            <p:cNvPr id="377" name="Image 373" descr=" ">
              <a:extLst>
                <a:ext uri="{FF2B5EF4-FFF2-40B4-BE49-F238E27FC236}">
                  <a16:creationId xmlns:a16="http://schemas.microsoft.com/office/drawing/2014/main" id="{14CED235-E378-2498-0E33-BFC148088857}"/>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9879287" y="797682"/>
              <a:ext cx="143649" cy="323937"/>
            </a:xfrm>
            <a:prstGeom prst="rect">
              <a:avLst/>
            </a:prstGeom>
          </p:spPr>
        </p:pic>
        <p:pic>
          <p:nvPicPr>
            <p:cNvPr id="378" name="Image 374" descr=" ">
              <a:extLst>
                <a:ext uri="{FF2B5EF4-FFF2-40B4-BE49-F238E27FC236}">
                  <a16:creationId xmlns:a16="http://schemas.microsoft.com/office/drawing/2014/main" id="{320875C5-7CC0-9D20-CDAB-A51CB77B8FF5}"/>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8632683" y="776536"/>
              <a:ext cx="100695" cy="100788"/>
            </a:xfrm>
            <a:prstGeom prst="rect">
              <a:avLst/>
            </a:prstGeom>
          </p:spPr>
        </p:pic>
        <p:pic>
          <p:nvPicPr>
            <p:cNvPr id="379" name="Image 375" descr=" ">
              <a:extLst>
                <a:ext uri="{FF2B5EF4-FFF2-40B4-BE49-F238E27FC236}">
                  <a16:creationId xmlns:a16="http://schemas.microsoft.com/office/drawing/2014/main" id="{10ABBFA9-8421-271E-3355-5C1A1C9CA166}"/>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8762415" y="805346"/>
              <a:ext cx="146775" cy="316061"/>
            </a:xfrm>
            <a:prstGeom prst="rect">
              <a:avLst/>
            </a:prstGeom>
          </p:spPr>
        </p:pic>
        <p:pic>
          <p:nvPicPr>
            <p:cNvPr id="380" name="Image 376" descr=" ">
              <a:extLst>
                <a:ext uri="{FF2B5EF4-FFF2-40B4-BE49-F238E27FC236}">
                  <a16:creationId xmlns:a16="http://schemas.microsoft.com/office/drawing/2014/main" id="{C013D99D-500A-FEDE-D45D-81D61FF5EAA2}"/>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9130526" y="746156"/>
              <a:ext cx="428158" cy="530554"/>
            </a:xfrm>
            <a:prstGeom prst="rect">
              <a:avLst/>
            </a:prstGeom>
          </p:spPr>
        </p:pic>
        <p:pic>
          <p:nvPicPr>
            <p:cNvPr id="381" name="Image 377" descr=" ">
              <a:extLst>
                <a:ext uri="{FF2B5EF4-FFF2-40B4-BE49-F238E27FC236}">
                  <a16:creationId xmlns:a16="http://schemas.microsoft.com/office/drawing/2014/main" id="{77F3CE6F-B5AD-D929-C673-F02BF12A32F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0332897" y="1063352"/>
              <a:ext cx="58931" cy="58917"/>
            </a:xfrm>
            <a:prstGeom prst="rect">
              <a:avLst/>
            </a:prstGeom>
          </p:spPr>
        </p:pic>
        <p:pic>
          <p:nvPicPr>
            <p:cNvPr id="382" name="Image 378" descr=" ">
              <a:extLst>
                <a:ext uri="{FF2B5EF4-FFF2-40B4-BE49-F238E27FC236}">
                  <a16:creationId xmlns:a16="http://schemas.microsoft.com/office/drawing/2014/main" id="{25883853-DF87-45C3-4083-FBB69F0D0FF5}"/>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0534485" y="829946"/>
              <a:ext cx="205768" cy="465956"/>
            </a:xfrm>
            <a:prstGeom prst="rect">
              <a:avLst/>
            </a:prstGeom>
          </p:spPr>
        </p:pic>
        <p:pic>
          <p:nvPicPr>
            <p:cNvPr id="383" name="Image 379" descr=" ">
              <a:extLst>
                <a:ext uri="{FF2B5EF4-FFF2-40B4-BE49-F238E27FC236}">
                  <a16:creationId xmlns:a16="http://schemas.microsoft.com/office/drawing/2014/main" id="{EF225275-0E47-1F45-7730-2A37D597FBAC}"/>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0748713" y="962025"/>
              <a:ext cx="127785" cy="164778"/>
            </a:xfrm>
            <a:prstGeom prst="rect">
              <a:avLst/>
            </a:prstGeom>
          </p:spPr>
        </p:pic>
        <p:pic>
          <p:nvPicPr>
            <p:cNvPr id="384" name="Image 380" descr=" ">
              <a:extLst>
                <a:ext uri="{FF2B5EF4-FFF2-40B4-BE49-F238E27FC236}">
                  <a16:creationId xmlns:a16="http://schemas.microsoft.com/office/drawing/2014/main" id="{9CCB9960-5034-550C-CAED-50C703F3A1C4}"/>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20892995" y="962025"/>
              <a:ext cx="127785" cy="164778"/>
            </a:xfrm>
            <a:prstGeom prst="rect">
              <a:avLst/>
            </a:prstGeom>
          </p:spPr>
        </p:pic>
        <p:pic>
          <p:nvPicPr>
            <p:cNvPr id="385" name="Image 381" descr=" ">
              <a:extLst>
                <a:ext uri="{FF2B5EF4-FFF2-40B4-BE49-F238E27FC236}">
                  <a16:creationId xmlns:a16="http://schemas.microsoft.com/office/drawing/2014/main" id="{81EB7C53-3F5B-9D46-41BB-5AAEBD8C7668}"/>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21037190" y="846999"/>
              <a:ext cx="164414" cy="282501"/>
            </a:xfrm>
            <a:prstGeom prst="rect">
              <a:avLst/>
            </a:prstGeom>
          </p:spPr>
        </p:pic>
        <p:pic>
          <p:nvPicPr>
            <p:cNvPr id="386" name="Image 382" descr=" ">
              <a:extLst>
                <a:ext uri="{FF2B5EF4-FFF2-40B4-BE49-F238E27FC236}">
                  <a16:creationId xmlns:a16="http://schemas.microsoft.com/office/drawing/2014/main" id="{49576C5B-19AE-104B-A8F2-5DA386FB42DB}"/>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21282391" y="840742"/>
              <a:ext cx="135761" cy="387927"/>
            </a:xfrm>
            <a:prstGeom prst="rect">
              <a:avLst/>
            </a:prstGeom>
          </p:spPr>
        </p:pic>
        <p:pic>
          <p:nvPicPr>
            <p:cNvPr id="387" name="Image 383" descr=" ">
              <a:extLst>
                <a:ext uri="{FF2B5EF4-FFF2-40B4-BE49-F238E27FC236}">
                  <a16:creationId xmlns:a16="http://schemas.microsoft.com/office/drawing/2014/main" id="{6A6BA0DD-BE8A-DBC3-05A9-23EF97D64182}"/>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21409729" y="962013"/>
              <a:ext cx="127785" cy="164790"/>
            </a:xfrm>
            <a:prstGeom prst="rect">
              <a:avLst/>
            </a:prstGeom>
          </p:spPr>
        </p:pic>
        <p:pic>
          <p:nvPicPr>
            <p:cNvPr id="388" name="Image 384" descr=" ">
              <a:extLst>
                <a:ext uri="{FF2B5EF4-FFF2-40B4-BE49-F238E27FC236}">
                  <a16:creationId xmlns:a16="http://schemas.microsoft.com/office/drawing/2014/main" id="{F02D4054-3C76-E77C-226B-7B960B1CCE55}"/>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21554557" y="962025"/>
              <a:ext cx="127673" cy="164778"/>
            </a:xfrm>
            <a:prstGeom prst="rect">
              <a:avLst/>
            </a:prstGeom>
          </p:spPr>
        </p:pic>
        <p:pic>
          <p:nvPicPr>
            <p:cNvPr id="389" name="Image 385" descr=" ">
              <a:extLst>
                <a:ext uri="{FF2B5EF4-FFF2-40B4-BE49-F238E27FC236}">
                  <a16:creationId xmlns:a16="http://schemas.microsoft.com/office/drawing/2014/main" id="{F892C6B4-688B-490E-34CE-98354525BE6A}"/>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21698752" y="846888"/>
              <a:ext cx="164277" cy="282501"/>
            </a:xfrm>
            <a:prstGeom prst="rect">
              <a:avLst/>
            </a:prstGeom>
          </p:spPr>
        </p:pic>
        <p:pic>
          <p:nvPicPr>
            <p:cNvPr id="390" name="Image 386" descr=" ">
              <a:extLst>
                <a:ext uri="{FF2B5EF4-FFF2-40B4-BE49-F238E27FC236}">
                  <a16:creationId xmlns:a16="http://schemas.microsoft.com/office/drawing/2014/main" id="{63B76474-1587-5141-56C0-6DFABE12969E}"/>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21885766" y="1088603"/>
              <a:ext cx="36914" cy="38305"/>
            </a:xfrm>
            <a:prstGeom prst="rect">
              <a:avLst/>
            </a:prstGeom>
          </p:spPr>
        </p:pic>
        <p:pic>
          <p:nvPicPr>
            <p:cNvPr id="391" name="Image 387" descr=" ">
              <a:extLst>
                <a:ext uri="{FF2B5EF4-FFF2-40B4-BE49-F238E27FC236}">
                  <a16:creationId xmlns:a16="http://schemas.microsoft.com/office/drawing/2014/main" id="{426F368D-ABC9-6E9F-5245-1FE5A9A83F2A}"/>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1933037" y="846348"/>
              <a:ext cx="372588" cy="305395"/>
            </a:xfrm>
            <a:prstGeom prst="rect">
              <a:avLst/>
            </a:prstGeom>
          </p:spPr>
        </p:pic>
        <p:pic>
          <p:nvPicPr>
            <p:cNvPr id="392" name="Image 388" descr=" ">
              <a:extLst>
                <a:ext uri="{FF2B5EF4-FFF2-40B4-BE49-F238E27FC236}">
                  <a16:creationId xmlns:a16="http://schemas.microsoft.com/office/drawing/2014/main" id="{14B606C8-A8F9-EEFD-75CB-B9DD639FB394}"/>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22309148" y="948754"/>
              <a:ext cx="231171" cy="185880"/>
            </a:xfrm>
            <a:prstGeom prst="rect">
              <a:avLst/>
            </a:prstGeom>
          </p:spPr>
        </p:pic>
        <p:pic>
          <p:nvPicPr>
            <p:cNvPr id="393" name="Image 389" descr=" ">
              <a:extLst>
                <a:ext uri="{FF2B5EF4-FFF2-40B4-BE49-F238E27FC236}">
                  <a16:creationId xmlns:a16="http://schemas.microsoft.com/office/drawing/2014/main" id="{AF841D1E-875D-529E-CBDB-A511D3929901}"/>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22571068" y="954112"/>
              <a:ext cx="139668" cy="290854"/>
            </a:xfrm>
            <a:prstGeom prst="rect">
              <a:avLst/>
            </a:prstGeom>
          </p:spPr>
        </p:pic>
        <p:pic>
          <p:nvPicPr>
            <p:cNvPr id="394" name="Image 390" descr=" ">
              <a:extLst>
                <a:ext uri="{FF2B5EF4-FFF2-40B4-BE49-F238E27FC236}">
                  <a16:creationId xmlns:a16="http://schemas.microsoft.com/office/drawing/2014/main" id="{B131A914-189D-D14F-23CA-22E90B468749}"/>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22725720" y="962025"/>
              <a:ext cx="127785" cy="164778"/>
            </a:xfrm>
            <a:prstGeom prst="rect">
              <a:avLst/>
            </a:prstGeom>
          </p:spPr>
        </p:pic>
        <p:pic>
          <p:nvPicPr>
            <p:cNvPr id="395" name="Image 391" descr=" ">
              <a:extLst>
                <a:ext uri="{FF2B5EF4-FFF2-40B4-BE49-F238E27FC236}">
                  <a16:creationId xmlns:a16="http://schemas.microsoft.com/office/drawing/2014/main" id="{12D4E6D9-41B4-761C-84AE-EC747F26B764}"/>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22875088" y="956518"/>
              <a:ext cx="151141" cy="174923"/>
            </a:xfrm>
            <a:prstGeom prst="rect">
              <a:avLst/>
            </a:prstGeom>
          </p:spPr>
        </p:pic>
        <p:pic>
          <p:nvPicPr>
            <p:cNvPr id="396" name="Image 392" descr=" ">
              <a:extLst>
                <a:ext uri="{FF2B5EF4-FFF2-40B4-BE49-F238E27FC236}">
                  <a16:creationId xmlns:a16="http://schemas.microsoft.com/office/drawing/2014/main" id="{4F96B81B-DB51-27E7-4CD8-04B1638DF3E8}"/>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3020970" y="958466"/>
              <a:ext cx="117874" cy="176275"/>
            </a:xfrm>
            <a:prstGeom prst="rect">
              <a:avLst/>
            </a:prstGeom>
          </p:spPr>
        </p:pic>
        <p:pic>
          <p:nvPicPr>
            <p:cNvPr id="397" name="Image 393" descr=" ">
              <a:extLst>
                <a:ext uri="{FF2B5EF4-FFF2-40B4-BE49-F238E27FC236}">
                  <a16:creationId xmlns:a16="http://schemas.microsoft.com/office/drawing/2014/main" id="{72705775-1CE3-D5F1-0CCE-6DD862691508}"/>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23174518" y="874161"/>
              <a:ext cx="27475" cy="61218"/>
            </a:xfrm>
            <a:prstGeom prst="rect">
              <a:avLst/>
            </a:prstGeom>
          </p:spPr>
        </p:pic>
        <p:pic>
          <p:nvPicPr>
            <p:cNvPr id="398" name="Image 394" descr=" ">
              <a:extLst>
                <a:ext uri="{FF2B5EF4-FFF2-40B4-BE49-F238E27FC236}">
                  <a16:creationId xmlns:a16="http://schemas.microsoft.com/office/drawing/2014/main" id="{7806375A-C103-DCAB-14BD-C16886639733}"/>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23168613" y="965367"/>
              <a:ext cx="47296" cy="166508"/>
            </a:xfrm>
            <a:prstGeom prst="rect">
              <a:avLst/>
            </a:prstGeom>
          </p:spPr>
        </p:pic>
        <p:pic>
          <p:nvPicPr>
            <p:cNvPr id="399" name="Image 395" descr=" ">
              <a:extLst>
                <a:ext uri="{FF2B5EF4-FFF2-40B4-BE49-F238E27FC236}">
                  <a16:creationId xmlns:a16="http://schemas.microsoft.com/office/drawing/2014/main" id="{A30FABE9-AAEF-9F1F-D9FC-7D03DB39AE05}"/>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23255614" y="852382"/>
              <a:ext cx="117961" cy="278842"/>
            </a:xfrm>
            <a:prstGeom prst="rect">
              <a:avLst/>
            </a:prstGeom>
          </p:spPr>
        </p:pic>
        <p:pic>
          <p:nvPicPr>
            <p:cNvPr id="400" name="Image 396" descr=" ">
              <a:extLst>
                <a:ext uri="{FF2B5EF4-FFF2-40B4-BE49-F238E27FC236}">
                  <a16:creationId xmlns:a16="http://schemas.microsoft.com/office/drawing/2014/main" id="{4B479521-D736-8BDC-5F5F-0CC324236247}"/>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23404833" y="872251"/>
              <a:ext cx="55880" cy="254986"/>
            </a:xfrm>
            <a:prstGeom prst="rect">
              <a:avLst/>
            </a:prstGeom>
          </p:spPr>
        </p:pic>
        <p:pic>
          <p:nvPicPr>
            <p:cNvPr id="401" name="Image 397" descr=" ">
              <a:extLst>
                <a:ext uri="{FF2B5EF4-FFF2-40B4-BE49-F238E27FC236}">
                  <a16:creationId xmlns:a16="http://schemas.microsoft.com/office/drawing/2014/main" id="{2F8A78F9-D1E0-735D-B1F6-1FCF17C91FF7}"/>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23440370" y="933326"/>
              <a:ext cx="165121" cy="318976"/>
            </a:xfrm>
            <a:prstGeom prst="rect">
              <a:avLst/>
            </a:prstGeom>
          </p:spPr>
        </p:pic>
        <p:pic>
          <p:nvPicPr>
            <p:cNvPr id="402" name="Image 398" descr=" ">
              <a:extLst>
                <a:ext uri="{FF2B5EF4-FFF2-40B4-BE49-F238E27FC236}">
                  <a16:creationId xmlns:a16="http://schemas.microsoft.com/office/drawing/2014/main" id="{F1214802-7A15-AB16-0684-A9A064F15D80}"/>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23645320" y="1088603"/>
              <a:ext cx="36914" cy="38305"/>
            </a:xfrm>
            <a:prstGeom prst="rect">
              <a:avLst/>
            </a:prstGeom>
          </p:spPr>
        </p:pic>
        <p:pic>
          <p:nvPicPr>
            <p:cNvPr id="403" name="Image 399" descr=" ">
              <a:extLst>
                <a:ext uri="{FF2B5EF4-FFF2-40B4-BE49-F238E27FC236}">
                  <a16:creationId xmlns:a16="http://schemas.microsoft.com/office/drawing/2014/main" id="{B93BD349-BF7F-64D1-267C-BCA51791240B}"/>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23675437" y="894215"/>
              <a:ext cx="27661" cy="32420"/>
            </a:xfrm>
            <a:prstGeom prst="rect">
              <a:avLst/>
            </a:prstGeom>
          </p:spPr>
        </p:pic>
        <p:pic>
          <p:nvPicPr>
            <p:cNvPr id="404" name="Image 400" descr=" ">
              <a:extLst>
                <a:ext uri="{FF2B5EF4-FFF2-40B4-BE49-F238E27FC236}">
                  <a16:creationId xmlns:a16="http://schemas.microsoft.com/office/drawing/2014/main" id="{45E70084-18A4-9969-4F93-B87834A6593B}"/>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23657736" y="880666"/>
              <a:ext cx="58931" cy="58917"/>
            </a:xfrm>
            <a:prstGeom prst="rect">
              <a:avLst/>
            </a:prstGeom>
          </p:spPr>
        </p:pic>
      </p:grpSp>
      <p:pic>
        <p:nvPicPr>
          <p:cNvPr id="407" name="Image 401" descr=" ">
            <a:extLst>
              <a:ext uri="{FF2B5EF4-FFF2-40B4-BE49-F238E27FC236}">
                <a16:creationId xmlns:a16="http://schemas.microsoft.com/office/drawing/2014/main" id="{23F7B500-0B7B-A43A-20AD-DA57C4FF2897}"/>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0" y="0"/>
            <a:ext cx="285748" cy="6858000"/>
          </a:xfrm>
          <a:prstGeom prst="rect">
            <a:avLst/>
          </a:prstGeom>
        </p:spPr>
      </p:pic>
      <p:pic>
        <p:nvPicPr>
          <p:cNvPr id="414" name="Image 39" descr=" ">
            <a:extLst>
              <a:ext uri="{FF2B5EF4-FFF2-40B4-BE49-F238E27FC236}">
                <a16:creationId xmlns:a16="http://schemas.microsoft.com/office/drawing/2014/main" id="{CAD97E51-67B3-CC2C-D475-A06011ABE474}"/>
              </a:ext>
            </a:extLst>
          </p:cNvPr>
          <p:cNvPicPr>
            <a:picLocks noChangeAspect="1"/>
          </p:cNvPicPr>
          <p:nvPr userDrawn="1"/>
        </p:nvPicPr>
        <p:blipFill>
          <a:blip r:embed="rId78">
            <a:extLst>
              <a:ext uri="{96DAC541-7B7A-43D3-8B79-37D633B846F1}">
                <asvg:svgBlip xmlns:asvg="http://schemas.microsoft.com/office/drawing/2016/SVG/main" r:embed="rId79"/>
              </a:ext>
            </a:extLst>
          </a:blip>
          <a:stretch>
            <a:fillRect/>
          </a:stretch>
        </p:blipFill>
        <p:spPr>
          <a:xfrm>
            <a:off x="11855388" y="6496050"/>
            <a:ext cx="336548" cy="31750"/>
          </a:xfrm>
          <a:prstGeom prst="rect">
            <a:avLst/>
          </a:prstGeom>
        </p:spPr>
      </p:pic>
      <p:sp>
        <p:nvSpPr>
          <p:cNvPr id="419" name="Title 102">
            <a:extLst>
              <a:ext uri="{FF2B5EF4-FFF2-40B4-BE49-F238E27FC236}">
                <a16:creationId xmlns:a16="http://schemas.microsoft.com/office/drawing/2014/main" id="{0E48C03B-77FA-81D2-A566-EC0FDBD28DED}"/>
              </a:ext>
            </a:extLst>
          </p:cNvPr>
          <p:cNvSpPr>
            <a:spLocks noGrp="1"/>
          </p:cNvSpPr>
          <p:nvPr>
            <p:ph type="title" hasCustomPrompt="1"/>
          </p:nvPr>
        </p:nvSpPr>
        <p:spPr>
          <a:xfrm>
            <a:off x="285749" y="882323"/>
            <a:ext cx="11906188" cy="1144214"/>
          </a:xfrm>
          <a:prstGeom prst="rect">
            <a:avLst/>
          </a:prstGeom>
        </p:spPr>
        <p:txBody>
          <a:bodyPr/>
          <a:lstStyle>
            <a:lvl1pPr>
              <a:defRPr sz="4999" b="1" i="0" spc="-150">
                <a:solidFill>
                  <a:schemeClr val="tx2"/>
                </a:solidFill>
                <a:latin typeface="Arial" panose="020B0604020202020204" pitchFamily="34" charset="0"/>
                <a:cs typeface="Arial" panose="020B0604020202020204" pitchFamily="34" charset="0"/>
              </a:defRPr>
            </a:lvl1pPr>
          </a:lstStyle>
          <a:p>
            <a:r>
              <a:rPr lang="en-US"/>
              <a:t>Slide Title</a:t>
            </a:r>
          </a:p>
        </p:txBody>
      </p:sp>
      <p:sp>
        <p:nvSpPr>
          <p:cNvPr id="420" name="Text Placeholder 105">
            <a:extLst>
              <a:ext uri="{FF2B5EF4-FFF2-40B4-BE49-F238E27FC236}">
                <a16:creationId xmlns:a16="http://schemas.microsoft.com/office/drawing/2014/main" id="{0B74EA01-AE5F-C645-3D10-21F540DF7ED4}"/>
              </a:ext>
            </a:extLst>
          </p:cNvPr>
          <p:cNvSpPr>
            <a:spLocks noGrp="1"/>
          </p:cNvSpPr>
          <p:nvPr>
            <p:ph type="body" sz="quarter" idx="10" hasCustomPrompt="1"/>
          </p:nvPr>
        </p:nvSpPr>
        <p:spPr>
          <a:xfrm>
            <a:off x="272723" y="1837313"/>
            <a:ext cx="11906287" cy="313354"/>
          </a:xfrm>
          <a:prstGeom prst="rect">
            <a:avLst/>
          </a:prstGeom>
        </p:spPr>
        <p:txBody>
          <a:bodyPr/>
          <a:lstStyle>
            <a:lvl1pPr marL="0" indent="0" algn="ctr">
              <a:buNone/>
              <a:defRPr sz="1800">
                <a:solidFill>
                  <a:schemeClr val="tx2"/>
                </a:solidFill>
                <a:latin typeface="Georgia" panose="02040502050405020303" pitchFamily="18" charset="0"/>
              </a:defRPr>
            </a:lvl1pPr>
          </a:lstStyle>
          <a:p>
            <a:pPr lvl="0"/>
            <a:r>
              <a:rPr lang="en-US"/>
              <a:t>Slide subhead</a:t>
            </a:r>
          </a:p>
        </p:txBody>
      </p:sp>
      <p:sp>
        <p:nvSpPr>
          <p:cNvPr id="2" name="Text 3">
            <a:extLst>
              <a:ext uri="{FF2B5EF4-FFF2-40B4-BE49-F238E27FC236}">
                <a16:creationId xmlns:a16="http://schemas.microsoft.com/office/drawing/2014/main" id="{3567FFEA-6F69-EFC9-869F-9829EB3FDF6F}"/>
              </a:ext>
            </a:extLst>
          </p:cNvPr>
          <p:cNvSpPr/>
          <p:nvPr userDrawn="1"/>
        </p:nvSpPr>
        <p:spPr>
          <a:xfrm>
            <a:off x="11328341" y="6208616"/>
            <a:ext cx="736596" cy="635000"/>
          </a:xfrm>
          <a:prstGeom prst="rect">
            <a:avLst/>
          </a:prstGeom>
          <a:noFill/>
          <a:ln/>
        </p:spPr>
        <p:txBody>
          <a:bodyPr wrap="square" lIns="0" tIns="0" rIns="0" bIns="0" rtlCol="0" anchor="ctr"/>
          <a:lstStyle/>
          <a:p>
            <a:pPr marL="0" indent="0" algn="ctr">
              <a:lnSpc>
                <a:spcPts val="810"/>
              </a:lnSpc>
              <a:buNone/>
            </a:pPr>
            <a:fld id="{A6CB6631-9250-4245-B6C2-846D9F5A1337}" type="slidenum">
              <a:rPr lang="en-US" sz="1050" smtClean="0">
                <a:solidFill>
                  <a:srgbClr val="3D4543">
                    <a:alpha val="100000"/>
                  </a:srgbClr>
                </a:solidFill>
                <a:latin typeface="Arial" panose="020B0604020202020204" pitchFamily="34" charset="0"/>
                <a:ea typeface="Arial Regular" pitchFamily="34" charset="-122"/>
                <a:cs typeface="Arial" panose="020B0604020202020204" pitchFamily="34" charset="0"/>
              </a:rPr>
              <a:pPr marL="0" indent="0" algn="ctr">
                <a:lnSpc>
                  <a:spcPts val="810"/>
                </a:lnSpc>
                <a:buNone/>
              </a:pPr>
              <a:t>‹#›</a:t>
            </a:fld>
            <a:endParaRPr lang="en-US" sz="105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1931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theme" Target="../theme/theme2.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F4059E-7F0D-4A4E-BE41-388B37DE4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578043-1473-49EA-96BE-63588B80E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B8422C-97AC-4E57-BE42-C4B2C2E5E1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446FDFC-50A3-4DA0-95AA-B925497730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B3A458-F8A4-4AD0-8C06-D297A59D6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73E66E-9B34-48EE-8CD4-3A49ABCA6674}" type="slidenum">
              <a:rPr lang="en-US" smtClean="0"/>
              <a:t>‹#›</a:t>
            </a:fld>
            <a:endParaRPr lang="en-US"/>
          </a:p>
        </p:txBody>
      </p:sp>
    </p:spTree>
    <p:extLst>
      <p:ext uri="{BB962C8B-B14F-4D97-AF65-F5344CB8AC3E}">
        <p14:creationId xmlns:p14="http://schemas.microsoft.com/office/powerpoint/2010/main" val="29087812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A16958-EB18-2A46-B2A6-4926AA932D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4E9281-1976-2845-A97C-9FE9E3803C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47C1923F-FE6C-DB40-91FD-8011F1000B85}"/>
              </a:ext>
            </a:extLst>
          </p:cNvPr>
          <p:cNvSpPr>
            <a:spLocks noGrp="1"/>
          </p:cNvSpPr>
          <p:nvPr>
            <p:ph type="sldNum" sz="quarter" idx="4"/>
          </p:nvPr>
        </p:nvSpPr>
        <p:spPr>
          <a:xfrm>
            <a:off x="336953" y="6356350"/>
            <a:ext cx="5012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4A5F9C-8E71-BE4A-A541-E25C9D66EC79}" type="slidenum">
              <a:rPr lang="en-US" smtClean="0"/>
              <a:pPr/>
              <a:t>‹#›</a:t>
            </a:fld>
            <a:endParaRPr lang="en-US"/>
          </a:p>
        </p:txBody>
      </p:sp>
    </p:spTree>
    <p:extLst>
      <p:ext uri="{BB962C8B-B14F-4D97-AF65-F5344CB8AC3E}">
        <p14:creationId xmlns:p14="http://schemas.microsoft.com/office/powerpoint/2010/main" val="113594247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Lst>
  <p:txStyles>
    <p:titleStyle>
      <a:lvl1pPr algn="l" defTabSz="914400" rtl="0" eaLnBrk="1" latinLnBrk="0" hangingPunct="1">
        <a:lnSpc>
          <a:spcPct val="90000"/>
        </a:lnSpc>
        <a:spcBef>
          <a:spcPct val="0"/>
        </a:spcBef>
        <a:buNone/>
        <a:defRPr sz="3200" b="1" kern="1200">
          <a:solidFill>
            <a:srgbClr val="3C464D"/>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lnSpc>
          <a:spcPct val="90000"/>
        </a:lnSpc>
        <a:spcBef>
          <a:spcPts val="1000"/>
        </a:spcBef>
        <a:buClr>
          <a:schemeClr val="accent2"/>
        </a:buClr>
        <a:buFont typeface="Arial" panose="020B0604020202020204" pitchFamily="34" charset="0"/>
        <a:buChar char="•"/>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hyperlink" Target="https://s203.q4cdn.com/483587180/files/doc_financials/2026/q1/Tyson-Foods-1Q26-Investor-Presentation.pdf" TargetMode="External"/><Relationship Id="rId7" Type="http://schemas.openxmlformats.org/officeDocument/2006/relationships/image" Target="../media/image129.png"/><Relationship Id="rId2" Type="http://schemas.openxmlformats.org/officeDocument/2006/relationships/notesSlide" Target="../notesSlides/notesSlide2.xml"/><Relationship Id="rId1" Type="http://schemas.openxmlformats.org/officeDocument/2006/relationships/slideLayout" Target="../slideLayouts/slideLayout33.xml"/><Relationship Id="rId6" Type="http://schemas.openxmlformats.org/officeDocument/2006/relationships/hyperlink" Target="https://s203.q4cdn.com/483587180/files/doc_financials/2026/q1/TSN-2026-Q1-Earnings-Release-FINAL.pdf" TargetMode="External"/><Relationship Id="rId5" Type="http://schemas.openxmlformats.org/officeDocument/2006/relationships/hyperlink" Target="https://s203.q4cdn.com/483587180/files/doc_financials/2025/ar/TSN-FY25-10K.pdf" TargetMode="External"/><Relationship Id="rId4" Type="http://schemas.openxmlformats.org/officeDocument/2006/relationships/hyperlink" Target="https://s203.q4cdn.com/483587180/files/doc_financials/2026/q1/TSN-2026-Q1-10Q-FINAL.pdf"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131.emf"/><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132.emf"/><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134.emf"/><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51328" y="2053165"/>
            <a:ext cx="11026589" cy="2043347"/>
          </a:xfrm>
        </p:spPr>
        <p:txBody>
          <a:bodyPr>
            <a:normAutofit/>
          </a:bodyPr>
          <a:lstStyle/>
          <a:p>
            <a:pPr algn="ctr"/>
            <a:r>
              <a:rPr lang="en-US" sz="3600" b="1" dirty="0">
                <a:latin typeface="Arial"/>
                <a:cs typeface="Arial"/>
              </a:rPr>
              <a:t>Smithfield vs. Tyson</a:t>
            </a:r>
            <a:br>
              <a:rPr lang="en-US" sz="3600" b="1" dirty="0">
                <a:latin typeface="Arial" panose="020B0604020202020204" pitchFamily="34" charset="0"/>
                <a:cs typeface="Arial" panose="020B0604020202020204" pitchFamily="34" charset="0"/>
              </a:rPr>
            </a:br>
            <a:r>
              <a:rPr lang="en-US" sz="3600" b="1" dirty="0">
                <a:latin typeface="Arial"/>
                <a:cs typeface="Arial"/>
              </a:rPr>
              <a:t>4</a:t>
            </a:r>
            <a:r>
              <a:rPr lang="en-US" sz="3600" dirty="0">
                <a:latin typeface="Arial"/>
                <a:cs typeface="Arial"/>
              </a:rPr>
              <a:t>Q 2025</a:t>
            </a:r>
            <a:r>
              <a:rPr lang="en-US" sz="3600" b="1" dirty="0">
                <a:latin typeface="Arial"/>
                <a:cs typeface="Arial"/>
              </a:rPr>
              <a:t>*</a:t>
            </a:r>
          </a:p>
        </p:txBody>
      </p:sp>
      <p:sp>
        <p:nvSpPr>
          <p:cNvPr id="5" name="Subtitle 4">
            <a:extLst>
              <a:ext uri="{FF2B5EF4-FFF2-40B4-BE49-F238E27FC236}">
                <a16:creationId xmlns:a16="http://schemas.microsoft.com/office/drawing/2014/main" id="{D403AD3B-3C4E-4099-BD2C-6036366142BF}"/>
              </a:ext>
            </a:extLst>
          </p:cNvPr>
          <p:cNvSpPr>
            <a:spLocks noGrp="1"/>
          </p:cNvSpPr>
          <p:nvPr>
            <p:ph sz="half" idx="1"/>
          </p:nvPr>
        </p:nvSpPr>
        <p:spPr>
          <a:xfrm>
            <a:off x="582705" y="4096512"/>
            <a:ext cx="11026589" cy="1404224"/>
          </a:xfrm>
        </p:spPr>
        <p:txBody>
          <a:bodyPr vert="horz" lIns="91440" tIns="45720" rIns="91440" bIns="45720" rtlCol="0" anchor="t">
            <a:normAutofit/>
          </a:bodyPr>
          <a:lstStyle/>
          <a:p>
            <a:pPr marL="0" indent="0" algn="ctr">
              <a:buNone/>
            </a:pPr>
            <a:fld id="{9B5D2568-3EDF-4229-B8C8-FA0ADAA0A6CB}" type="datetime1">
              <a:rPr lang="en-US" smtClean="0">
                <a:latin typeface="Arial" panose="020B0604020202020204" pitchFamily="34" charset="0"/>
                <a:cs typeface="Arial" panose="020B0604020202020204" pitchFamily="34" charset="0"/>
              </a:rPr>
              <a:pPr marL="0" indent="0" algn="ctr">
                <a:buNone/>
              </a:pPr>
              <a:t>3/2/2026</a:t>
            </a:fld>
            <a:r>
              <a:rPr lang="en-US" dirty="0">
                <a:latin typeface="Arial" panose="020B0604020202020204" pitchFamily="34" charset="0"/>
                <a:cs typeface="Arial" panose="020B0604020202020204" pitchFamily="34" charset="0"/>
              </a:rPr>
              <a:t> </a:t>
            </a:r>
          </a:p>
          <a:p>
            <a:pPr marL="0" indent="0" algn="ctr">
              <a:buNone/>
            </a:pPr>
            <a:r>
              <a:rPr lang="en-US" sz="700" dirty="0">
                <a:latin typeface="Arial"/>
                <a:cs typeface="Arial"/>
              </a:rPr>
              <a:t>(*) From Tyson’s Q1 2026 Report for the quarterly period ended December </a:t>
            </a:r>
            <a:r>
              <a:rPr lang="vi-VN" sz="700" dirty="0">
                <a:latin typeface="Arial"/>
                <a:cs typeface="Arial"/>
              </a:rPr>
              <a:t>27</a:t>
            </a:r>
            <a:r>
              <a:rPr lang="en-US" sz="700" dirty="0">
                <a:latin typeface="Arial"/>
                <a:cs typeface="Arial"/>
              </a:rPr>
              <a:t>, 2025</a:t>
            </a:r>
          </a:p>
        </p:txBody>
      </p:sp>
    </p:spTree>
    <p:extLst>
      <p:ext uri="{BB962C8B-B14F-4D97-AF65-F5344CB8AC3E}">
        <p14:creationId xmlns:p14="http://schemas.microsoft.com/office/powerpoint/2010/main" val="3644048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A387A-6DEF-4F1C-A413-74151C6649B5}"/>
              </a:ext>
            </a:extLst>
          </p:cNvPr>
          <p:cNvSpPr>
            <a:spLocks noGrp="1"/>
          </p:cNvSpPr>
          <p:nvPr>
            <p:ph type="title"/>
          </p:nvPr>
        </p:nvSpPr>
        <p:spPr>
          <a:xfrm>
            <a:off x="551329" y="620954"/>
            <a:ext cx="11026589" cy="338554"/>
          </a:xfrm>
        </p:spPr>
        <p:txBody>
          <a:bodyPr>
            <a:normAutofit fontScale="90000"/>
          </a:bodyPr>
          <a:lstStyle/>
          <a:p>
            <a:r>
              <a:rPr lang="en-US" sz="2900" dirty="0"/>
              <a:t>Tyson’s </a:t>
            </a:r>
            <a:r>
              <a:rPr lang="vi-VN" sz="2900" dirty="0"/>
              <a:t>Q</a:t>
            </a:r>
            <a:r>
              <a:rPr lang="en-US" sz="2900" dirty="0"/>
              <a:t>4 Earnings Release </a:t>
            </a:r>
            <a:endParaRPr lang="en-US" sz="2900" dirty="0">
              <a:solidFill>
                <a:schemeClr val="tx1"/>
              </a:solidFill>
              <a:latin typeface="+mj-lt"/>
            </a:endParaRPr>
          </a:p>
        </p:txBody>
      </p:sp>
      <p:sp>
        <p:nvSpPr>
          <p:cNvPr id="5" name="TextBox 4">
            <a:extLst>
              <a:ext uri="{FF2B5EF4-FFF2-40B4-BE49-F238E27FC236}">
                <a16:creationId xmlns:a16="http://schemas.microsoft.com/office/drawing/2014/main" id="{B9FE4B22-2590-4E18-8F3E-232B24E046B6}"/>
              </a:ext>
            </a:extLst>
          </p:cNvPr>
          <p:cNvSpPr txBox="1"/>
          <p:nvPr/>
        </p:nvSpPr>
        <p:spPr>
          <a:xfrm>
            <a:off x="551329" y="1318769"/>
            <a:ext cx="6070936" cy="543995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600"/>
              </a:spcBef>
              <a:spcAft>
                <a:spcPts val="0"/>
              </a:spcAft>
              <a:buClr>
                <a:srgbClr val="D15D13"/>
              </a:buClr>
              <a:buSzTx/>
              <a:buFontTx/>
              <a:buNone/>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Tyson’s stock closed up +</a:t>
            </a:r>
            <a:r>
              <a:rPr lang="en-US" sz="950" dirty="0">
                <a:solidFill>
                  <a:srgbClr val="3A444D"/>
                </a:solidFill>
                <a:latin typeface="Arial" panose="020B0604020202020204"/>
                <a:cs typeface="Calibri"/>
              </a:rPr>
              <a:t>0.6</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 driven by a minor </a:t>
            </a:r>
            <a:r>
              <a:rPr lang="en-US" sz="950" dirty="0">
                <a:solidFill>
                  <a:srgbClr val="3A444D"/>
                </a:solidFill>
                <a:latin typeface="Arial" panose="020B0604020202020204"/>
                <a:cs typeface="Calibri"/>
              </a:rPr>
              <a:t>sales, adjusting operating profit, and EPS beat.  However, results were down from the prior year driven by continued weakness in Tyson’s Beef segment. Despite the strong results, Tyson changed their reporting methodology this quarter, which attracted scrutiny on their earnings call. </a:t>
            </a:r>
          </a:p>
          <a:p>
            <a:pPr marL="0" marR="0" lvl="0" indent="0" algn="l" defTabSz="914400" rtl="0" eaLnBrk="1" fontAlgn="auto" latinLnBrk="0" hangingPunct="1">
              <a:lnSpc>
                <a:spcPct val="100000"/>
              </a:lnSpc>
              <a:spcBef>
                <a:spcPts val="600"/>
              </a:spcBef>
              <a:spcAft>
                <a:spcPts val="0"/>
              </a:spcAft>
              <a:buClr>
                <a:srgbClr val="D15D13"/>
              </a:buClr>
              <a:buSzTx/>
              <a:buFontTx/>
              <a:buNone/>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With the change, Tyson is breaking out corporate and amortization expense which used to be allocated to the segments – making analysts modelling and previous guidance incomparable to posted results.  Analysts dialed in on the rationale for the change and its impact incentive structures. Further, analysts wanted to understand more about how the change impacts guidance.  </a:t>
            </a:r>
          </a:p>
          <a:p>
            <a:pPr marL="0" marR="0" lvl="0" indent="0" algn="l" defTabSz="914400" rtl="0" eaLnBrk="1" fontAlgn="auto" latinLnBrk="0" hangingPunct="1">
              <a:lnSpc>
                <a:spcPct val="100000"/>
              </a:lnSpc>
              <a:spcBef>
                <a:spcPts val="600"/>
              </a:spcBef>
              <a:spcAft>
                <a:spcPts val="0"/>
              </a:spcAft>
              <a:buClr>
                <a:srgbClr val="D15D13"/>
              </a:buClr>
              <a:buSzTx/>
              <a:buFontTx/>
              <a:buNone/>
              <a:tabLst/>
              <a:defRPr/>
            </a:pPr>
            <a:r>
              <a:rPr kumimoji="0" lang="en-US" sz="1000" b="0" i="0" u="none" strike="noStrike" kern="1200" cap="none" spc="0" normalizeH="0" baseline="0" noProof="0" dirty="0">
                <a:ln>
                  <a:noFill/>
                </a:ln>
                <a:solidFill>
                  <a:srgbClr val="3A444D"/>
                </a:solidFill>
                <a:effectLst/>
                <a:uLnTx/>
                <a:uFillTx/>
                <a:latin typeface="Arial" panose="020B0604020202020204"/>
                <a:ea typeface="+mn-ea"/>
                <a:cs typeface="+mn-cs"/>
              </a:rPr>
              <a:t>4Q ’25 Tyson’s sales of $14.5B</a:t>
            </a:r>
            <a:r>
              <a:rPr kumimoji="0" lang="en-US" sz="1000" b="0" i="0" u="none" strike="noStrike" kern="1200" cap="none" spc="0" normalizeH="0" baseline="30000" noProof="0" dirty="0">
                <a:ln>
                  <a:noFill/>
                </a:ln>
                <a:solidFill>
                  <a:srgbClr val="3A444D"/>
                </a:solidFill>
                <a:effectLst/>
                <a:uLnTx/>
                <a:uFillTx/>
                <a:latin typeface="Arial" panose="020B0604020202020204"/>
                <a:ea typeface="+mn-ea"/>
                <a:cs typeface="+mn-cs"/>
              </a:rPr>
              <a:t>1</a:t>
            </a:r>
            <a:r>
              <a:rPr kumimoji="0" lang="en-US" sz="1000" b="0" i="0" u="none" strike="noStrike" kern="1200" cap="none" spc="0" normalizeH="0" baseline="0" noProof="0" dirty="0">
                <a:ln>
                  <a:noFill/>
                </a:ln>
                <a:solidFill>
                  <a:srgbClr val="3A444D"/>
                </a:solidFill>
                <a:effectLst/>
                <a:uLnTx/>
                <a:uFillTx/>
                <a:latin typeface="Arial" panose="020B0604020202020204"/>
                <a:ea typeface="+mn-ea"/>
                <a:cs typeface="+mn-cs"/>
              </a:rPr>
              <a:t> were up +6.2% YoY, and adjusted operating income </a:t>
            </a:r>
            <a:r>
              <a:rPr lang="en-US" sz="1000" dirty="0">
                <a:solidFill>
                  <a:srgbClr val="3A444D"/>
                </a:solidFill>
                <a:latin typeface="Arial" panose="020B0604020202020204"/>
              </a:rPr>
              <a:t>decreased</a:t>
            </a:r>
            <a:r>
              <a:rPr kumimoji="0" lang="en-US" sz="1000" b="0" i="0" u="none" strike="noStrike" kern="1200" cap="none" spc="0" normalizeH="0" baseline="0" noProof="0" dirty="0">
                <a:ln>
                  <a:noFill/>
                </a:ln>
                <a:solidFill>
                  <a:srgbClr val="3A444D"/>
                </a:solidFill>
                <a:effectLst/>
                <a:uLnTx/>
                <a:uFillTx/>
                <a:latin typeface="Arial" panose="020B0604020202020204"/>
                <a:ea typeface="+mn-ea"/>
                <a:cs typeface="+mn-cs"/>
              </a:rPr>
              <a:t> -13% YoY to $</a:t>
            </a:r>
            <a:r>
              <a:rPr lang="en-US" sz="1000" dirty="0">
                <a:solidFill>
                  <a:srgbClr val="3A444D"/>
                </a:solidFill>
                <a:latin typeface="Arial" panose="020B0604020202020204"/>
              </a:rPr>
              <a:t>572</a:t>
            </a:r>
            <a:r>
              <a:rPr kumimoji="0" lang="en-US" sz="1000" b="0" i="0" u="none" strike="noStrike" kern="1200" cap="none" spc="0" normalizeH="0" baseline="0" noProof="0" dirty="0">
                <a:ln>
                  <a:noFill/>
                </a:ln>
                <a:solidFill>
                  <a:srgbClr val="3A444D"/>
                </a:solidFill>
                <a:effectLst/>
                <a:uLnTx/>
                <a:uFillTx/>
                <a:latin typeface="Arial" panose="020B0604020202020204"/>
                <a:ea typeface="+mn-ea"/>
                <a:cs typeface="+mn-cs"/>
              </a:rPr>
              <a:t>MM.</a:t>
            </a:r>
            <a:endParaRPr kumimoji="0" lang="vi-VN" sz="1000" b="0" i="0" u="none" strike="noStrike" kern="1200" cap="none" spc="0" normalizeH="0" baseline="0" noProof="0" dirty="0">
              <a:ln>
                <a:noFill/>
              </a:ln>
              <a:solidFill>
                <a:srgbClr val="3A444D"/>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600"/>
              </a:spcBef>
              <a:spcAft>
                <a:spcPts val="0"/>
              </a:spcAft>
              <a:buClr>
                <a:srgbClr val="D15D13"/>
              </a:buClr>
              <a:buSzTx/>
              <a:buFontTx/>
              <a:buNone/>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QTR Segment Adjusted Operating Income and YoY % change</a:t>
            </a:r>
            <a:endPar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panose="020F0502020204030204" pitchFamily="34" charset="0"/>
            </a:endParaRP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Pork: $</a:t>
            </a:r>
            <a:r>
              <a:rPr lang="en-US" sz="950" dirty="0">
                <a:solidFill>
                  <a:srgbClr val="3A444D"/>
                </a:solidFill>
                <a:latin typeface="Arial" panose="020B0604020202020204" pitchFamily="34" charset="0"/>
                <a:cs typeface="Calibri"/>
              </a:rPr>
              <a:t>111</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MM, +</a:t>
            </a:r>
            <a:r>
              <a:rPr lang="en-US" sz="950" dirty="0">
                <a:solidFill>
                  <a:srgbClr val="3A444D"/>
                </a:solidFill>
                <a:latin typeface="Arial" panose="020B0604020202020204" pitchFamily="34" charset="0"/>
                <a:cs typeface="Calibri"/>
              </a:rPr>
              <a:t>52</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Prepared Foods: $</a:t>
            </a:r>
            <a:r>
              <a:rPr lang="en-US" sz="950" dirty="0">
                <a:solidFill>
                  <a:srgbClr val="3A444D"/>
                </a:solidFill>
                <a:latin typeface="Arial" panose="020B0604020202020204" pitchFamily="34" charset="0"/>
                <a:cs typeface="Calibri"/>
              </a:rPr>
              <a:t>338</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MM, </a:t>
            </a:r>
            <a:r>
              <a:rPr lang="en-US" sz="950" dirty="0">
                <a:solidFill>
                  <a:srgbClr val="3A444D"/>
                </a:solidFill>
                <a:latin typeface="Arial" panose="020B0604020202020204" pitchFamily="34" charset="0"/>
                <a:cs typeface="Calibri"/>
              </a:rPr>
              <a:t>+5</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Beef: -$</a:t>
            </a:r>
            <a:r>
              <a:rPr lang="en-US" sz="950" dirty="0">
                <a:solidFill>
                  <a:srgbClr val="3A444D"/>
                </a:solidFill>
                <a:latin typeface="Arial" panose="020B0604020202020204" pitchFamily="34" charset="0"/>
                <a:cs typeface="Calibri"/>
              </a:rPr>
              <a:t>143</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MM, -</a:t>
            </a:r>
            <a:r>
              <a:rPr lang="en-US" sz="950" dirty="0">
                <a:solidFill>
                  <a:srgbClr val="3A444D"/>
                </a:solidFill>
                <a:latin typeface="Arial" panose="020B0604020202020204" pitchFamily="34" charset="0"/>
                <a:cs typeface="Calibri"/>
              </a:rPr>
              <a:t>&gt;200</a:t>
            </a:r>
            <a:r>
              <a:rPr kumimoji="0" lang="vi-VN"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rPr>
              <a:t>%</a:t>
            </a:r>
            <a:endPar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endParaRP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Chicken: $</a:t>
            </a:r>
            <a:r>
              <a:rPr kumimoji="0" lang="vi-VN"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rPr>
              <a:t>45</a:t>
            </a:r>
            <a:r>
              <a:rPr kumimoji="0" lang="en-US"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rPr>
              <a:t>9</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MM, </a:t>
            </a:r>
            <a:r>
              <a:rPr lang="en-US" sz="950" dirty="0">
                <a:solidFill>
                  <a:srgbClr val="3A444D"/>
                </a:solidFill>
                <a:latin typeface="Arial" panose="020B0604020202020204"/>
                <a:cs typeface="Calibri"/>
              </a:rPr>
              <a:t>-3</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a:t>
            </a:r>
          </a:p>
          <a:p>
            <a:pPr marL="285750" marR="0" lvl="0"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Tyson has provided new guidance in accordance with their methodology change.  </a:t>
            </a:r>
            <a:r>
              <a:rPr lang="en-US" sz="950" dirty="0">
                <a:solidFill>
                  <a:srgbClr val="3A444D"/>
                </a:solidFill>
                <a:latin typeface="Arial" panose="020B0604020202020204"/>
                <a:cs typeface="Calibri"/>
              </a:rPr>
              <a:t>However, total</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 2026 adjusted operating income guidance </a:t>
            </a:r>
            <a:r>
              <a:rPr lang="en-US" sz="950" dirty="0">
                <a:solidFill>
                  <a:srgbClr val="3A444D"/>
                </a:solidFill>
                <a:latin typeface="Arial" panose="020B0604020202020204"/>
                <a:cs typeface="Calibri"/>
              </a:rPr>
              <a:t>remains at</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 $2.1B-$2.3B, segments are as follows:</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Pork SP: $</a:t>
            </a:r>
            <a:r>
              <a:rPr lang="en-US" sz="950" u="sng" dirty="0">
                <a:solidFill>
                  <a:srgbClr val="3A444D"/>
                </a:solidFill>
                <a:latin typeface="Arial" panose="020B0604020202020204" pitchFamily="34" charset="0"/>
                <a:cs typeface="Calibri"/>
                <a:sym typeface="Wingdings" panose="05000000000000000000" pitchFamily="2" charset="2"/>
              </a:rPr>
              <a:t>2</a:t>
            </a:r>
            <a:r>
              <a:rPr kumimoji="0" lang="vi-VN" sz="950" b="0" i="0" u="sng"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50</a:t>
            </a: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MM-$</a:t>
            </a:r>
            <a:r>
              <a:rPr lang="en-US" sz="950" u="sng" dirty="0">
                <a:solidFill>
                  <a:srgbClr val="3A444D"/>
                </a:solidFill>
                <a:latin typeface="Arial" panose="020B0604020202020204" pitchFamily="34" charset="0"/>
                <a:cs typeface="Calibri"/>
                <a:sym typeface="Wingdings" panose="05000000000000000000" pitchFamily="2" charset="2"/>
              </a:rPr>
              <a:t>3</a:t>
            </a:r>
            <a:r>
              <a:rPr kumimoji="0" lang="vi-VN" sz="950" b="0" i="0" u="sng"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5</a:t>
            </a: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0MM</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Prepared Foods SP: $</a:t>
            </a:r>
            <a:r>
              <a:rPr lang="en-US" sz="950" u="sng" dirty="0">
                <a:solidFill>
                  <a:srgbClr val="3A444D"/>
                </a:solidFill>
                <a:latin typeface="Arial" panose="020B0604020202020204" pitchFamily="34" charset="0"/>
                <a:cs typeface="Calibri"/>
                <a:sym typeface="Wingdings" panose="05000000000000000000" pitchFamily="2" charset="2"/>
              </a:rPr>
              <a:t>1,250</a:t>
            </a: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MM-$</a:t>
            </a:r>
            <a:r>
              <a:rPr kumimoji="0" lang="vi-VN" sz="950" b="0" i="0" u="sng"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1</a:t>
            </a: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a:t>
            </a:r>
            <a:r>
              <a:rPr lang="en-US" sz="950" u="sng" dirty="0">
                <a:solidFill>
                  <a:srgbClr val="3A444D"/>
                </a:solidFill>
                <a:latin typeface="Arial" panose="020B0604020202020204" pitchFamily="34" charset="0"/>
                <a:cs typeface="Calibri"/>
                <a:sym typeface="Wingdings" panose="05000000000000000000" pitchFamily="2" charset="2"/>
              </a:rPr>
              <a:t>350</a:t>
            </a:r>
            <a:r>
              <a:rPr kumimoji="0" lang="en-US" sz="950" b="0" i="0" u="sng"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M </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Beef </a:t>
            </a:r>
            <a:r>
              <a:rPr lang="en-US" sz="950" dirty="0">
                <a:solidFill>
                  <a:srgbClr val="3A444D"/>
                </a:solidFill>
                <a:latin typeface="Arial" panose="020B0604020202020204"/>
                <a:cs typeface="Calibri"/>
                <a:sym typeface="Wingdings" panose="05000000000000000000" pitchFamily="2" charset="2"/>
              </a:rPr>
              <a:t>S</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P: ($</a:t>
            </a:r>
            <a:r>
              <a:rPr lang="en-US" sz="950" dirty="0">
                <a:solidFill>
                  <a:srgbClr val="3A444D"/>
                </a:solidFill>
                <a:latin typeface="Arial" panose="020B0604020202020204" pitchFamily="34" charset="0"/>
                <a:cs typeface="Calibri"/>
                <a:sym typeface="Wingdings" panose="05000000000000000000" pitchFamily="2" charset="2"/>
              </a:rPr>
              <a:t>5</a:t>
            </a:r>
            <a:r>
              <a:rPr kumimoji="0" lang="vi-VN"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00</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MM)-($</a:t>
            </a:r>
            <a:r>
              <a:rPr lang="en-US" sz="950" dirty="0">
                <a:solidFill>
                  <a:srgbClr val="3A444D"/>
                </a:solidFill>
                <a:latin typeface="Arial" panose="020B0604020202020204" pitchFamily="34" charset="0"/>
                <a:cs typeface="Calibri"/>
                <a:sym typeface="Wingdings" panose="05000000000000000000" pitchFamily="2" charset="2"/>
              </a:rPr>
              <a:t>25</a:t>
            </a:r>
            <a:r>
              <a:rPr kumimoji="0" lang="vi-VN"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0</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MM)</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rPr>
              <a:t>Chicken SP: </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$1,</a:t>
            </a:r>
            <a:r>
              <a:rPr lang="en-US" sz="950" dirty="0">
                <a:solidFill>
                  <a:srgbClr val="3A444D"/>
                </a:solidFill>
                <a:latin typeface="Arial" panose="020B0604020202020204" pitchFamily="34" charset="0"/>
                <a:cs typeface="Calibri"/>
                <a:sym typeface="Wingdings" panose="05000000000000000000" pitchFamily="2" charset="2"/>
              </a:rPr>
              <a:t>6</a:t>
            </a:r>
            <a:r>
              <a:rPr kumimoji="0" lang="vi-VN"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50</a:t>
            </a:r>
            <a:r>
              <a:rPr kumimoji="0" lang="en-US" sz="950" b="0" i="0" u="none" strike="noStrike" kern="1200" cap="none" spc="0" normalizeH="0" baseline="0" noProof="0" dirty="0">
                <a:ln>
                  <a:noFill/>
                </a:ln>
                <a:solidFill>
                  <a:srgbClr val="3A444D"/>
                </a:solidFill>
                <a:effectLst/>
                <a:uLnTx/>
                <a:uFillTx/>
                <a:latin typeface="Arial" panose="020B0604020202020204" pitchFamily="34" charset="0"/>
                <a:ea typeface="+mn-ea"/>
                <a:cs typeface="Calibri"/>
                <a:sym typeface="Wingdings" panose="05000000000000000000" pitchFamily="2" charset="2"/>
              </a:rPr>
              <a:t>MM</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-$1,</a:t>
            </a:r>
            <a:r>
              <a:rPr lang="en-US" sz="950" dirty="0">
                <a:solidFill>
                  <a:srgbClr val="3A444D"/>
                </a:solidFill>
                <a:latin typeface="Arial" panose="020B0604020202020204" pitchFamily="34" charset="0"/>
                <a:cs typeface="Calibri"/>
                <a:sym typeface="Wingdings" panose="05000000000000000000" pitchFamily="2" charset="2"/>
              </a:rPr>
              <a:t>9</a:t>
            </a: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00MM</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lang="en-US" sz="950" dirty="0">
                <a:solidFill>
                  <a:srgbClr val="3A444D"/>
                </a:solidFill>
                <a:latin typeface="Arial" panose="020B0604020202020204"/>
                <a:cs typeface="Calibri"/>
                <a:sym typeface="Wingdings" panose="05000000000000000000" pitchFamily="2" charset="2"/>
              </a:rPr>
              <a:t>International SP: $150MM - $200MM</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sym typeface="Wingdings" panose="05000000000000000000" pitchFamily="2" charset="2"/>
              </a:rPr>
              <a:t>Corporate and Amortization: ($950MM) – ($975MM)</a:t>
            </a:r>
            <a:endParaRPr kumimoji="0" lang="en-US" sz="950" b="0" i="0" u="none" strike="noStrike" kern="1200" cap="none" spc="0" normalizeH="0" baseline="0" noProof="0" dirty="0">
              <a:ln>
                <a:noFill/>
              </a:ln>
              <a:solidFill>
                <a:srgbClr val="3A444D"/>
              </a:solidFill>
              <a:effectLst/>
              <a:uLnTx/>
              <a:uFillTx/>
              <a:latin typeface="Arial" panose="020B0604020202020204"/>
              <a:ea typeface="+mn-ea"/>
              <a:cs typeface="Calibri"/>
            </a:endParaRPr>
          </a:p>
          <a:p>
            <a:pPr marL="285750" marR="0" lvl="0"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rPr>
              <a:t>Tyson Earnings Releases</a:t>
            </a: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hlinkClick r:id="rId3"/>
              </a:rPr>
              <a:t>Earnings Presentation</a:t>
            </a:r>
            <a:endPar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hlinkClick r:id="rId4"/>
              </a:rPr>
              <a:t>10-Q</a:t>
            </a:r>
            <a:endPar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hlinkClick r:id="rId5"/>
            </a:endParaRPr>
          </a:p>
          <a:p>
            <a:pPr marL="742950" marR="0" lvl="1" indent="-285750" algn="l" defTabSz="914400" rtl="0" eaLnBrk="1" fontAlgn="auto" latinLnBrk="0" hangingPunct="1">
              <a:lnSpc>
                <a:spcPct val="100000"/>
              </a:lnSpc>
              <a:spcBef>
                <a:spcPts val="600"/>
              </a:spcBef>
              <a:spcAft>
                <a:spcPts val="0"/>
              </a:spcAft>
              <a:buClr>
                <a:srgbClr val="D15D13"/>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hlinkClick r:id="rId6"/>
              </a:rPr>
              <a:t>Earnings Release</a:t>
            </a:r>
            <a:endParaRPr kumimoji="0" lang="en-US" sz="950" b="0" i="0" u="none" strike="noStrike" kern="1200" cap="none" spc="0" normalizeH="0" baseline="0" noProof="0" dirty="0">
              <a:ln>
                <a:noFill/>
              </a:ln>
              <a:solidFill>
                <a:srgbClr val="3A444D"/>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85FBE37C-78BB-4A2E-8309-271F99DA2F7B}"/>
              </a:ext>
            </a:extLst>
          </p:cNvPr>
          <p:cNvSpPr txBox="1"/>
          <p:nvPr/>
        </p:nvSpPr>
        <p:spPr>
          <a:xfrm>
            <a:off x="6983290" y="1283600"/>
            <a:ext cx="490047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3A444D"/>
                </a:solidFill>
                <a:effectLst/>
                <a:uLnTx/>
                <a:uFillTx/>
                <a:latin typeface="Calibri" panose="020F0502020204030204" pitchFamily="34" charset="0"/>
                <a:ea typeface="+mn-ea"/>
                <a:cs typeface="Calibri" panose="020F0502020204030204" pitchFamily="34" charset="0"/>
              </a:rPr>
              <a:t>Tyson Foods Inc – 1 Year Earnings Overview</a:t>
            </a:r>
          </a:p>
        </p:txBody>
      </p:sp>
      <p:sp>
        <p:nvSpPr>
          <p:cNvPr id="6" name="TextBox 5">
            <a:extLst>
              <a:ext uri="{FF2B5EF4-FFF2-40B4-BE49-F238E27FC236}">
                <a16:creationId xmlns:a16="http://schemas.microsoft.com/office/drawing/2014/main" id="{55CE3E4F-9439-7B87-D9DA-A8B03FB6E126}"/>
              </a:ext>
            </a:extLst>
          </p:cNvPr>
          <p:cNvSpPr txBox="1"/>
          <p:nvPr/>
        </p:nvSpPr>
        <p:spPr>
          <a:xfrm>
            <a:off x="551329" y="931719"/>
            <a:ext cx="1120982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3A444D"/>
                </a:solidFill>
                <a:latin typeface="Arial" panose="020B0604020202020204"/>
              </a:rPr>
              <a:t>Persistent Beef weakness and a reporting change overshadow a minor top and bottom-line beat.</a:t>
            </a:r>
            <a:endParaRPr kumimoji="0" lang="en-US" sz="1400" b="0" i="0" u="none" strike="noStrike" kern="1200" cap="none" spc="0" normalizeH="0" baseline="0" noProof="0" dirty="0">
              <a:ln>
                <a:noFill/>
              </a:ln>
              <a:solidFill>
                <a:srgbClr val="3A444D"/>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1A3239A3-B52E-DC97-9840-190A83BA43E1}"/>
              </a:ext>
            </a:extLst>
          </p:cNvPr>
          <p:cNvSpPr txBox="1"/>
          <p:nvPr/>
        </p:nvSpPr>
        <p:spPr>
          <a:xfrm>
            <a:off x="4394080" y="6380156"/>
            <a:ext cx="7699248" cy="21544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1: Tyson’s revenue has been adjusted for $</a:t>
            </a:r>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150</a:t>
            </a:r>
            <a:r>
              <a:rPr kumimoji="0" lang="en-US" sz="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MM in legal charges. </a:t>
            </a:r>
          </a:p>
        </p:txBody>
      </p:sp>
      <p:pic>
        <p:nvPicPr>
          <p:cNvPr id="10" name="Picture 9">
            <a:extLst>
              <a:ext uri="{FF2B5EF4-FFF2-40B4-BE49-F238E27FC236}">
                <a16:creationId xmlns:a16="http://schemas.microsoft.com/office/drawing/2014/main" id="{986799A7-A631-1D4C-B7C8-601C143A5431}"/>
              </a:ext>
            </a:extLst>
          </p:cNvPr>
          <p:cNvPicPr>
            <a:picLocks noChangeAspect="1"/>
          </p:cNvPicPr>
          <p:nvPr/>
        </p:nvPicPr>
        <p:blipFill>
          <a:blip r:embed="rId7"/>
          <a:stretch>
            <a:fillRect/>
          </a:stretch>
        </p:blipFill>
        <p:spPr>
          <a:xfrm>
            <a:off x="7212370" y="1647308"/>
            <a:ext cx="4442307" cy="2611396"/>
          </a:xfrm>
          <a:prstGeom prst="rect">
            <a:avLst/>
          </a:prstGeom>
        </p:spPr>
      </p:pic>
      <p:pic>
        <p:nvPicPr>
          <p:cNvPr id="2" name="Picture 1">
            <a:extLst>
              <a:ext uri="{FF2B5EF4-FFF2-40B4-BE49-F238E27FC236}">
                <a16:creationId xmlns:a16="http://schemas.microsoft.com/office/drawing/2014/main" id="{D0ACCFC9-3DBF-4DF2-5AAF-421324843336}"/>
              </a:ext>
            </a:extLst>
          </p:cNvPr>
          <p:cNvPicPr>
            <a:picLocks noChangeAspect="1"/>
          </p:cNvPicPr>
          <p:nvPr/>
        </p:nvPicPr>
        <p:blipFill>
          <a:blip r:embed="rId8"/>
          <a:stretch>
            <a:fillRect/>
          </a:stretch>
        </p:blipFill>
        <p:spPr>
          <a:xfrm>
            <a:off x="6929660" y="4292560"/>
            <a:ext cx="5007729" cy="1547155"/>
          </a:xfrm>
          <a:prstGeom prst="rect">
            <a:avLst/>
          </a:prstGeom>
        </p:spPr>
      </p:pic>
    </p:spTree>
    <p:extLst>
      <p:ext uri="{BB962C8B-B14F-4D97-AF65-F5344CB8AC3E}">
        <p14:creationId xmlns:p14="http://schemas.microsoft.com/office/powerpoint/2010/main" val="1137508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84A1-C656-5966-9695-9D20656FF6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7AE74B-256B-754C-F052-90BDA4AEF0A1}"/>
              </a:ext>
            </a:extLst>
          </p:cNvPr>
          <p:cNvSpPr>
            <a:spLocks noGrp="1"/>
          </p:cNvSpPr>
          <p:nvPr>
            <p:ph type="title"/>
          </p:nvPr>
        </p:nvSpPr>
        <p:spPr>
          <a:xfrm>
            <a:off x="551329" y="620954"/>
            <a:ext cx="11026589" cy="338554"/>
          </a:xfrm>
        </p:spPr>
        <p:txBody>
          <a:bodyPr>
            <a:normAutofit fontScale="90000"/>
          </a:bodyPr>
          <a:lstStyle/>
          <a:p>
            <a:r>
              <a:rPr lang="en-US" sz="2900" dirty="0"/>
              <a:t>Tyson – Sell Side Analyst Questions and Responses</a:t>
            </a:r>
            <a:r>
              <a:rPr lang="en-US" sz="2900" baseline="30000" dirty="0"/>
              <a:t>1</a:t>
            </a:r>
            <a:endParaRPr lang="en-US" sz="2900" baseline="30000" dirty="0">
              <a:solidFill>
                <a:schemeClr val="tx1"/>
              </a:solidFill>
              <a:latin typeface="+mj-lt"/>
            </a:endParaRPr>
          </a:p>
        </p:txBody>
      </p:sp>
      <p:sp>
        <p:nvSpPr>
          <p:cNvPr id="6" name="TextBox 5">
            <a:extLst>
              <a:ext uri="{FF2B5EF4-FFF2-40B4-BE49-F238E27FC236}">
                <a16:creationId xmlns:a16="http://schemas.microsoft.com/office/drawing/2014/main" id="{8B2C409F-0ACF-625B-8489-82D913DB7DBA}"/>
              </a:ext>
            </a:extLst>
          </p:cNvPr>
          <p:cNvSpPr txBox="1"/>
          <p:nvPr/>
        </p:nvSpPr>
        <p:spPr>
          <a:xfrm>
            <a:off x="614082" y="959508"/>
            <a:ext cx="1120982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A444D"/>
                </a:solidFill>
                <a:effectLst/>
                <a:uLnTx/>
                <a:uFillTx/>
                <a:latin typeface="Arial" panose="020B0604020202020204"/>
                <a:ea typeface="+mn-ea"/>
                <a:cs typeface="+mn-cs"/>
              </a:rPr>
              <a:t>The lack of specific questions on Tyson’s Pork segment likely signifies that analysts were satisfied with the prepared remarks and the segments profit trajectory. </a:t>
            </a:r>
          </a:p>
        </p:txBody>
      </p:sp>
      <p:sp>
        <p:nvSpPr>
          <p:cNvPr id="12" name="TextBox 11">
            <a:extLst>
              <a:ext uri="{FF2B5EF4-FFF2-40B4-BE49-F238E27FC236}">
                <a16:creationId xmlns:a16="http://schemas.microsoft.com/office/drawing/2014/main" id="{D8F47177-1882-A5A3-A616-6D2FB5A88DC0}"/>
              </a:ext>
            </a:extLst>
          </p:cNvPr>
          <p:cNvSpPr txBox="1"/>
          <p:nvPr/>
        </p:nvSpPr>
        <p:spPr>
          <a:xfrm>
            <a:off x="4394080" y="6380156"/>
            <a:ext cx="7699248" cy="21544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1: Tyson’s revenue has been adjusted for $343MM in legal charges. </a:t>
            </a:r>
          </a:p>
        </p:txBody>
      </p:sp>
      <p:sp>
        <p:nvSpPr>
          <p:cNvPr id="7" name="TextBox 6">
            <a:extLst>
              <a:ext uri="{FF2B5EF4-FFF2-40B4-BE49-F238E27FC236}">
                <a16:creationId xmlns:a16="http://schemas.microsoft.com/office/drawing/2014/main" id="{C569962E-BA13-3AF0-004E-CF355C950761}"/>
              </a:ext>
            </a:extLst>
          </p:cNvPr>
          <p:cNvSpPr txBox="1"/>
          <p:nvPr/>
        </p:nvSpPr>
        <p:spPr>
          <a:xfrm>
            <a:off x="812800" y="1617133"/>
            <a:ext cx="10261600" cy="3754874"/>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en-US" sz="1400" b="1" dirty="0"/>
              <a:t>Ben Theurer, Barclays</a:t>
            </a:r>
            <a:r>
              <a:rPr lang="en-US" sz="1400" dirty="0"/>
              <a:t>: </a:t>
            </a:r>
            <a:r>
              <a:rPr lang="en-US" sz="1400" i="1" dirty="0"/>
              <a:t>You’ve raised prices significantly over last year while volumes stayed flat, yet margins remain pressured. Where are you in recovering input‑cost inflation—especially higher beef costs in Prepared Foods—and how much additional pricing is needed to return margins to more stable levels?</a:t>
            </a:r>
          </a:p>
          <a:p>
            <a:pPr marL="742950" lvl="1" indent="-285750">
              <a:buClr>
                <a:schemeClr val="accent1"/>
              </a:buClr>
              <a:buFont typeface="Wingdings" panose="05000000000000000000" pitchFamily="2" charset="2"/>
              <a:buChar char="§"/>
            </a:pPr>
            <a:r>
              <a:rPr lang="en-US" sz="1400" b="1" dirty="0"/>
              <a:t>Donnie King, Tyson: </a:t>
            </a:r>
            <a:r>
              <a:rPr lang="en-US" sz="1400" i="1" dirty="0"/>
              <a:t>Our multiyear strategy is working, with net sales up about 8%, driven in part by volume. The net sales increase results from improvements in channel mix and formula‑based pricing in foodservice, where higher raw‑material costs automatically flow through. Commodity costs were up $100 million this quarter, but pricing is now catching up, especially in foodservice. Beef and pork trim costs remain high, though other inputs are stabilizing. Prepared Foods is executing.  We grew market share and volume, dollar, and unit share. Further, this is our fifth consecutive quarter of improvement. </a:t>
            </a:r>
          </a:p>
          <a:p>
            <a:pPr marL="285750" indent="-285750">
              <a:buClr>
                <a:schemeClr val="accent1"/>
              </a:buClr>
              <a:buFont typeface="Wingdings" panose="05000000000000000000" pitchFamily="2" charset="2"/>
              <a:buChar char="§"/>
            </a:pPr>
            <a:endParaRPr lang="en-US" sz="1400" b="1" dirty="0"/>
          </a:p>
          <a:p>
            <a:pPr marL="285750" indent="-285750">
              <a:buClr>
                <a:schemeClr val="accent1"/>
              </a:buClr>
              <a:buFont typeface="Wingdings" panose="05000000000000000000" pitchFamily="2" charset="2"/>
              <a:buChar char="§"/>
            </a:pPr>
            <a:r>
              <a:rPr lang="en-US" sz="1400" b="1" dirty="0"/>
              <a:t>Pooran Sharma, Stephens: </a:t>
            </a:r>
            <a:r>
              <a:rPr lang="en-US" sz="1400" i="1" dirty="0"/>
              <a:t>Given past seasonal trends in the first half of the year and recent input‑cost pressures, should we expect the Prepared Foods business to perform more evenly throughout the year, or will the usual seasonal pattern continue?</a:t>
            </a:r>
          </a:p>
          <a:p>
            <a:pPr marL="742950" lvl="1" indent="-285750">
              <a:buClr>
                <a:schemeClr val="accent1"/>
              </a:buClr>
              <a:buFont typeface="Wingdings" panose="05000000000000000000" pitchFamily="2" charset="2"/>
              <a:buChar char="§"/>
            </a:pPr>
            <a:r>
              <a:rPr lang="en-US" sz="1400" b="1" dirty="0"/>
              <a:t>Donnie King, Tyson:</a:t>
            </a:r>
            <a:r>
              <a:rPr lang="en-US" sz="1400" i="1" dirty="0"/>
              <a:t> Last year we did point to a more balanced first‑half/second‑half performance due to operational improvements that temporarily shifted seasonality. We expect results to move back towards a more normal pattern, which is typically more weighted to the first half. However, some higher‑cost inventory from the prior quarter carried into Q1, which may neutralize some of the normal seasonality. </a:t>
            </a:r>
          </a:p>
        </p:txBody>
      </p:sp>
      <p:sp>
        <p:nvSpPr>
          <p:cNvPr id="10" name="TextBox 9">
            <a:extLst>
              <a:ext uri="{FF2B5EF4-FFF2-40B4-BE49-F238E27FC236}">
                <a16:creationId xmlns:a16="http://schemas.microsoft.com/office/drawing/2014/main" id="{4CCE7672-FA14-EF93-B875-6CDE3E6EDAC9}"/>
              </a:ext>
            </a:extLst>
          </p:cNvPr>
          <p:cNvSpPr txBox="1"/>
          <p:nvPr/>
        </p:nvSpPr>
        <p:spPr>
          <a:xfrm>
            <a:off x="294788" y="6534128"/>
            <a:ext cx="11602424" cy="215444"/>
          </a:xfrm>
          <a:prstGeom prst="rect">
            <a:avLst/>
          </a:prstGeom>
          <a:noFill/>
        </p:spPr>
        <p:txBody>
          <a:bodyPr wrap="square" rtlCol="0">
            <a:spAutoFit/>
          </a:bodyPr>
          <a:lstStyle/>
          <a:p>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1: Questions and responses have been edited for brevity. </a:t>
            </a:r>
          </a:p>
        </p:txBody>
      </p:sp>
    </p:spTree>
    <p:extLst>
      <p:ext uri="{BB962C8B-B14F-4D97-AF65-F5344CB8AC3E}">
        <p14:creationId xmlns:p14="http://schemas.microsoft.com/office/powerpoint/2010/main" val="3274222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1754-7BE5-8744-BDAC-1C3AE99B2B8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ECB9F62-A779-1E28-273A-D41F3525638D}"/>
              </a:ext>
            </a:extLst>
          </p:cNvPr>
          <p:cNvPicPr>
            <a:picLocks noChangeAspect="1"/>
          </p:cNvPicPr>
          <p:nvPr/>
        </p:nvPicPr>
        <p:blipFill>
          <a:blip r:embed="rId3"/>
          <a:stretch>
            <a:fillRect/>
          </a:stretch>
        </p:blipFill>
        <p:spPr>
          <a:xfrm>
            <a:off x="575835" y="1720462"/>
            <a:ext cx="7842301" cy="4425814"/>
          </a:xfrm>
          <a:prstGeom prst="rect">
            <a:avLst/>
          </a:prstGeom>
        </p:spPr>
      </p:pic>
      <p:sp>
        <p:nvSpPr>
          <p:cNvPr id="4" name="Title 3">
            <a:extLst>
              <a:ext uri="{FF2B5EF4-FFF2-40B4-BE49-F238E27FC236}">
                <a16:creationId xmlns:a16="http://schemas.microsoft.com/office/drawing/2014/main" id="{37E8A677-4FDF-3537-D90C-C2AB1EC32CE4}"/>
              </a:ext>
            </a:extLst>
          </p:cNvPr>
          <p:cNvSpPr>
            <a:spLocks noGrp="1"/>
          </p:cNvSpPr>
          <p:nvPr>
            <p:ph type="title"/>
          </p:nvPr>
        </p:nvSpPr>
        <p:spPr>
          <a:xfrm>
            <a:off x="575835" y="488046"/>
            <a:ext cx="11026589" cy="716646"/>
          </a:xfrm>
        </p:spPr>
        <p:txBody>
          <a:bodyPr/>
          <a:lstStyle/>
          <a:p>
            <a:r>
              <a:rPr lang="en-US" sz="2900" dirty="0"/>
              <a:t>Tyson Corporate Allocation Methodology</a:t>
            </a:r>
            <a:endParaRPr lang="en-US" sz="2900" baseline="30000" dirty="0">
              <a:solidFill>
                <a:schemeClr val="tx1"/>
              </a:solidFill>
              <a:latin typeface="+mj-lt"/>
            </a:endParaRPr>
          </a:p>
        </p:txBody>
      </p:sp>
      <p:sp>
        <p:nvSpPr>
          <p:cNvPr id="9" name="Text Placeholder 4">
            <a:extLst>
              <a:ext uri="{FF2B5EF4-FFF2-40B4-BE49-F238E27FC236}">
                <a16:creationId xmlns:a16="http://schemas.microsoft.com/office/drawing/2014/main" id="{23510BF8-BC2A-0011-D68D-B2C0BC67E553}"/>
              </a:ext>
            </a:extLst>
          </p:cNvPr>
          <p:cNvSpPr txBox="1">
            <a:spLocks/>
          </p:cNvSpPr>
          <p:nvPr/>
        </p:nvSpPr>
        <p:spPr>
          <a:xfrm>
            <a:off x="609600" y="1101252"/>
            <a:ext cx="10972800" cy="29489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2"/>
              </a:buClr>
              <a:buFontTx/>
              <a:buNone/>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7395"/>
              </a:buClr>
              <a:defRPr/>
            </a:pPr>
            <a:r>
              <a:rPr lang="en-US" sz="1400" dirty="0"/>
              <a:t>Prior to their change in methodology, Tyson used to allocate the most expense to their Prepared Foods and Chicken segments. </a:t>
            </a:r>
            <a:endParaRPr kumimoji="0" lang="en-US" sz="1400" b="0" i="0" u="none" strike="noStrike" kern="1200" cap="none" spc="0" normalizeH="0" baseline="0" noProof="0" dirty="0">
              <a:ln>
                <a:noFill/>
              </a:ln>
              <a:solidFill>
                <a:srgbClr val="3C464D"/>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75591537-8217-0CB4-B495-13EC68077C0C}"/>
              </a:ext>
            </a:extLst>
          </p:cNvPr>
          <p:cNvSpPr/>
          <p:nvPr/>
        </p:nvSpPr>
        <p:spPr>
          <a:xfrm>
            <a:off x="609600" y="3619920"/>
            <a:ext cx="7808536" cy="294897"/>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A13AEB-2D9C-7BBE-EBFD-457FBEF600C9}"/>
              </a:ext>
            </a:extLst>
          </p:cNvPr>
          <p:cNvSpPr/>
          <p:nvPr/>
        </p:nvSpPr>
        <p:spPr>
          <a:xfrm>
            <a:off x="609600" y="3104150"/>
            <a:ext cx="7808536" cy="294897"/>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1236FD8-8EF7-F7D7-D103-924AB523E457}"/>
              </a:ext>
            </a:extLst>
          </p:cNvPr>
          <p:cNvSpPr txBox="1"/>
          <p:nvPr/>
        </p:nvSpPr>
        <p:spPr>
          <a:xfrm>
            <a:off x="8512404" y="1711890"/>
            <a:ext cx="3253320" cy="4616648"/>
          </a:xfrm>
          <a:prstGeom prst="rect">
            <a:avLst/>
          </a:prstGeom>
          <a:noFill/>
        </p:spPr>
        <p:txBody>
          <a:bodyPr wrap="square" rtlCol="0">
            <a:spAutoFit/>
          </a:bodyPr>
          <a:lstStyle/>
          <a:p>
            <a:pPr algn="ctr">
              <a:buClr>
                <a:schemeClr val="accent1"/>
              </a:buClr>
            </a:pPr>
            <a:r>
              <a:rPr lang="en-US" sz="1400" dirty="0"/>
              <a:t>Over the last 15 years, Tyson has deployed over $17B in capital – primarily through 3 transformation acquisitions from 2014 to 2018.  </a:t>
            </a:r>
          </a:p>
          <a:p>
            <a:pPr algn="ctr">
              <a:buClr>
                <a:schemeClr val="accent1"/>
              </a:buClr>
            </a:pPr>
            <a:endParaRPr lang="en-US" sz="1400" dirty="0"/>
          </a:p>
          <a:p>
            <a:pPr algn="ctr">
              <a:buClr>
                <a:schemeClr val="accent1"/>
              </a:buClr>
            </a:pPr>
            <a:r>
              <a:rPr lang="en-US" sz="1400" dirty="0"/>
              <a:t>Acquisition capital was mainly allocated to the Prepared Foods and Chicken Segments – likely impacting the amortization allocation to those segments. </a:t>
            </a:r>
          </a:p>
          <a:p>
            <a:pPr algn="ctr">
              <a:buClr>
                <a:schemeClr val="accent1"/>
              </a:buClr>
            </a:pPr>
            <a:endParaRPr lang="en-US" sz="1400" dirty="0"/>
          </a:p>
          <a:p>
            <a:pPr algn="ctr">
              <a:buClr>
                <a:schemeClr val="accent1"/>
              </a:buClr>
            </a:pPr>
            <a:r>
              <a:rPr lang="en-US" sz="1400" dirty="0"/>
              <a:t>Major Acquisitions:</a:t>
            </a:r>
          </a:p>
          <a:p>
            <a:pPr marL="285750" indent="-285750">
              <a:buClr>
                <a:schemeClr val="accent1"/>
              </a:buClr>
              <a:buFont typeface="Wingdings" panose="05000000000000000000" pitchFamily="2" charset="2"/>
              <a:buChar char="§"/>
            </a:pPr>
            <a:r>
              <a:rPr lang="en-US" sz="1400" dirty="0"/>
              <a:t>Hillshire Brands ($8.6B): Allocated to Prepared Foods</a:t>
            </a:r>
          </a:p>
          <a:p>
            <a:pPr marL="285750" indent="-285750">
              <a:buClr>
                <a:schemeClr val="accent1"/>
              </a:buClr>
              <a:buFont typeface="Wingdings" panose="05000000000000000000" pitchFamily="2" charset="2"/>
              <a:buChar char="§"/>
            </a:pPr>
            <a:endParaRPr lang="en-US" sz="1400" dirty="0"/>
          </a:p>
          <a:p>
            <a:pPr marL="285750" indent="-285750">
              <a:buClr>
                <a:schemeClr val="accent1"/>
              </a:buClr>
              <a:buFont typeface="Wingdings" panose="05000000000000000000" pitchFamily="2" charset="2"/>
              <a:buChar char="§"/>
            </a:pPr>
            <a:r>
              <a:rPr lang="en-US" sz="1400" dirty="0"/>
              <a:t> </a:t>
            </a:r>
            <a:r>
              <a:rPr lang="en-US" sz="1400" dirty="0" err="1"/>
              <a:t>AdvancePierre</a:t>
            </a:r>
            <a:r>
              <a:rPr lang="en-US" sz="1400" dirty="0"/>
              <a:t> Foods ($4.2B): Allocated to Prepared Foods and Chicken</a:t>
            </a:r>
          </a:p>
          <a:p>
            <a:pPr marL="285750" indent="-285750">
              <a:buClr>
                <a:schemeClr val="accent1"/>
              </a:buClr>
              <a:buFont typeface="Wingdings" panose="05000000000000000000" pitchFamily="2" charset="2"/>
              <a:buChar char="§"/>
            </a:pPr>
            <a:endParaRPr lang="en-US" sz="1400" dirty="0"/>
          </a:p>
          <a:p>
            <a:pPr marL="285750" indent="-285750">
              <a:buClr>
                <a:schemeClr val="accent1"/>
              </a:buClr>
              <a:buFont typeface="Wingdings" panose="05000000000000000000" pitchFamily="2" charset="2"/>
              <a:buChar char="§"/>
            </a:pPr>
            <a:r>
              <a:rPr lang="en-US" sz="1400" dirty="0"/>
              <a:t>Keystone Foods ($2.2B): Allocated to Chicken and International</a:t>
            </a:r>
          </a:p>
        </p:txBody>
      </p:sp>
    </p:spTree>
    <p:extLst>
      <p:ext uri="{BB962C8B-B14F-4D97-AF65-F5344CB8AC3E}">
        <p14:creationId xmlns:p14="http://schemas.microsoft.com/office/powerpoint/2010/main" val="1558887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81805-867B-77BF-91D4-F2B1D6C3F7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554EB7-95D0-D679-3B79-75895C3D37E1}"/>
              </a:ext>
            </a:extLst>
          </p:cNvPr>
          <p:cNvSpPr>
            <a:spLocks noGrp="1"/>
          </p:cNvSpPr>
          <p:nvPr>
            <p:ph type="title"/>
          </p:nvPr>
        </p:nvSpPr>
        <p:spPr>
          <a:xfrm>
            <a:off x="575835" y="488046"/>
            <a:ext cx="11026589" cy="716646"/>
          </a:xfrm>
        </p:spPr>
        <p:txBody>
          <a:bodyPr>
            <a:normAutofit/>
          </a:bodyPr>
          <a:lstStyle/>
          <a:p>
            <a:r>
              <a:rPr lang="en-US" sz="2900" dirty="0"/>
              <a:t>Tyson Adj. Quarterly Profit and Allocation Detail</a:t>
            </a:r>
            <a:endParaRPr lang="en-US" sz="2900" baseline="30000" dirty="0">
              <a:solidFill>
                <a:schemeClr val="tx1"/>
              </a:solidFill>
              <a:latin typeface="+mj-lt"/>
            </a:endParaRPr>
          </a:p>
        </p:txBody>
      </p:sp>
      <p:sp>
        <p:nvSpPr>
          <p:cNvPr id="9" name="Text Placeholder 4">
            <a:extLst>
              <a:ext uri="{FF2B5EF4-FFF2-40B4-BE49-F238E27FC236}">
                <a16:creationId xmlns:a16="http://schemas.microsoft.com/office/drawing/2014/main" id="{2C15E9A5-C8A4-6AAF-F0C0-63E0E5D8843F}"/>
              </a:ext>
            </a:extLst>
          </p:cNvPr>
          <p:cNvSpPr txBox="1">
            <a:spLocks/>
          </p:cNvSpPr>
          <p:nvPr/>
        </p:nvSpPr>
        <p:spPr>
          <a:xfrm>
            <a:off x="589576" y="1052250"/>
            <a:ext cx="10972800" cy="29489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2"/>
              </a:buClr>
              <a:buFontTx/>
              <a:buNone/>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7395"/>
              </a:buClr>
              <a:defRPr/>
            </a:pPr>
            <a:r>
              <a:rPr lang="en-US" sz="1400" dirty="0"/>
              <a:t>Tyson allocated between $80-$90MM in expense to Prepared Foods while Pork was allocated between $15-$20MM. </a:t>
            </a:r>
            <a:endParaRPr kumimoji="0" lang="en-US" sz="1400" b="0" i="0" u="none" strike="noStrike" kern="1200" cap="none" spc="0" normalizeH="0" baseline="0" noProof="0" dirty="0">
              <a:ln>
                <a:noFill/>
              </a:ln>
              <a:solidFill>
                <a:srgbClr val="3C464D"/>
              </a:solidFill>
              <a:effectLst/>
              <a:uLnTx/>
              <a:uFillTx/>
              <a:latin typeface="Arial"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837B7DF5-6EBB-146D-61B9-1B6B9026CAF6}"/>
              </a:ext>
            </a:extLst>
          </p:cNvPr>
          <p:cNvSpPr/>
          <p:nvPr/>
        </p:nvSpPr>
        <p:spPr>
          <a:xfrm>
            <a:off x="348996" y="3419856"/>
            <a:ext cx="11494008" cy="329184"/>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9D0F4318-5D26-3BBF-14C9-0B894F50FBFB}"/>
              </a:ext>
            </a:extLst>
          </p:cNvPr>
          <p:cNvPicPr>
            <a:picLocks noChangeAspect="1"/>
          </p:cNvPicPr>
          <p:nvPr/>
        </p:nvPicPr>
        <p:blipFill>
          <a:blip r:embed="rId3"/>
          <a:stretch>
            <a:fillRect/>
          </a:stretch>
        </p:blipFill>
        <p:spPr>
          <a:xfrm>
            <a:off x="334321" y="1649690"/>
            <a:ext cx="11523358" cy="3717781"/>
          </a:xfrm>
          <a:prstGeom prst="rect">
            <a:avLst/>
          </a:prstGeom>
        </p:spPr>
      </p:pic>
    </p:spTree>
    <p:extLst>
      <p:ext uri="{BB962C8B-B14F-4D97-AF65-F5344CB8AC3E}">
        <p14:creationId xmlns:p14="http://schemas.microsoft.com/office/powerpoint/2010/main" val="1006704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B451-1E54-B328-9CD1-609B1203005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03EEED5-9977-BC24-ACFC-34FE6906F725}"/>
              </a:ext>
            </a:extLst>
          </p:cNvPr>
          <p:cNvPicPr>
            <a:picLocks noChangeAspect="1"/>
          </p:cNvPicPr>
          <p:nvPr/>
        </p:nvPicPr>
        <p:blipFill>
          <a:blip r:embed="rId3"/>
          <a:stretch>
            <a:fillRect/>
          </a:stretch>
        </p:blipFill>
        <p:spPr>
          <a:xfrm>
            <a:off x="678418" y="1515532"/>
            <a:ext cx="7246382" cy="4944535"/>
          </a:xfrm>
          <a:prstGeom prst="rect">
            <a:avLst/>
          </a:prstGeom>
        </p:spPr>
      </p:pic>
      <p:sp>
        <p:nvSpPr>
          <p:cNvPr id="4" name="Title 3">
            <a:extLst>
              <a:ext uri="{FF2B5EF4-FFF2-40B4-BE49-F238E27FC236}">
                <a16:creationId xmlns:a16="http://schemas.microsoft.com/office/drawing/2014/main" id="{EA1A0A64-45AE-AC1A-DBEB-9B4F52B1635F}"/>
              </a:ext>
            </a:extLst>
          </p:cNvPr>
          <p:cNvSpPr>
            <a:spLocks noGrp="1"/>
          </p:cNvSpPr>
          <p:nvPr>
            <p:ph type="title"/>
          </p:nvPr>
        </p:nvSpPr>
        <p:spPr>
          <a:xfrm>
            <a:off x="575835" y="488046"/>
            <a:ext cx="11026589" cy="716646"/>
          </a:xfrm>
        </p:spPr>
        <p:txBody>
          <a:bodyPr/>
          <a:lstStyle/>
          <a:p>
            <a:r>
              <a:rPr lang="en-US" sz="2900" dirty="0"/>
              <a:t>Tyson Corporate Allocation Methodology</a:t>
            </a:r>
            <a:r>
              <a:rPr lang="en-US" sz="2900" baseline="30000" dirty="0"/>
              <a:t>1</a:t>
            </a:r>
            <a:endParaRPr lang="en-US" sz="2900" baseline="30000" dirty="0">
              <a:solidFill>
                <a:schemeClr val="tx1"/>
              </a:solidFill>
              <a:latin typeface="+mj-lt"/>
            </a:endParaRPr>
          </a:p>
        </p:txBody>
      </p:sp>
      <p:sp>
        <p:nvSpPr>
          <p:cNvPr id="9" name="Text Placeholder 4">
            <a:extLst>
              <a:ext uri="{FF2B5EF4-FFF2-40B4-BE49-F238E27FC236}">
                <a16:creationId xmlns:a16="http://schemas.microsoft.com/office/drawing/2014/main" id="{CD00019F-D29A-A0C1-59E6-71D5B1B97EC4}"/>
              </a:ext>
            </a:extLst>
          </p:cNvPr>
          <p:cNvSpPr txBox="1">
            <a:spLocks/>
          </p:cNvSpPr>
          <p:nvPr/>
        </p:nvSpPr>
        <p:spPr>
          <a:xfrm>
            <a:off x="609600" y="1101252"/>
            <a:ext cx="10972800" cy="29489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2"/>
              </a:buClr>
              <a:buFontTx/>
              <a:buNone/>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7395"/>
              </a:buClr>
              <a:defRPr/>
            </a:pPr>
            <a:r>
              <a:rPr lang="en-US" sz="1400" dirty="0"/>
              <a:t>Despite the higher revenue base, Tyson’s corporate expense as a percentage of revenue is 0.5% higher than Smithfield’s in 2025.  </a:t>
            </a:r>
            <a:endParaRPr kumimoji="0" lang="en-US" sz="1400" b="0" i="0" u="none" strike="noStrike" kern="1200" cap="none" spc="0" normalizeH="0" baseline="0" noProof="0" dirty="0">
              <a:ln>
                <a:noFill/>
              </a:ln>
              <a:solidFill>
                <a:srgbClr val="3C464D"/>
              </a:solidFill>
              <a:effectLst/>
              <a:uLnTx/>
              <a:uFillTx/>
              <a:latin typeface="Arial" panose="020B0604020202020204" pitchFamily="34" charset="0"/>
              <a:ea typeface="+mn-ea"/>
              <a:cs typeface="Arial" panose="020B0604020202020204" pitchFamily="34" charset="0"/>
            </a:endParaRPr>
          </a:p>
        </p:txBody>
      </p:sp>
      <p:sp>
        <p:nvSpPr>
          <p:cNvPr id="3" name="Rectangle 2">
            <a:extLst>
              <a:ext uri="{FF2B5EF4-FFF2-40B4-BE49-F238E27FC236}">
                <a16:creationId xmlns:a16="http://schemas.microsoft.com/office/drawing/2014/main" id="{C2207745-DAA3-0185-A032-FF231EF2167F}"/>
              </a:ext>
            </a:extLst>
          </p:cNvPr>
          <p:cNvSpPr/>
          <p:nvPr/>
        </p:nvSpPr>
        <p:spPr>
          <a:xfrm>
            <a:off x="609600" y="4886339"/>
            <a:ext cx="7433733" cy="1573727"/>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D40101C-50B6-FFF0-0AAB-B13CE179F88E}"/>
              </a:ext>
            </a:extLst>
          </p:cNvPr>
          <p:cNvSpPr txBox="1"/>
          <p:nvPr/>
        </p:nvSpPr>
        <p:spPr>
          <a:xfrm>
            <a:off x="294788" y="6534128"/>
            <a:ext cx="11602424" cy="215444"/>
          </a:xfrm>
          <a:prstGeom prst="rect">
            <a:avLst/>
          </a:prstGeom>
          <a:noFill/>
        </p:spPr>
        <p:txBody>
          <a:bodyPr wrap="square" rtlCol="0">
            <a:spAutoFit/>
          </a:bodyPr>
          <a:lstStyle/>
          <a:p>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1: Tyson results are adjusted to align with Smithfield’s fiscal period. </a:t>
            </a:r>
          </a:p>
        </p:txBody>
      </p:sp>
      <p:sp>
        <p:nvSpPr>
          <p:cNvPr id="7" name="TextBox 6">
            <a:extLst>
              <a:ext uri="{FF2B5EF4-FFF2-40B4-BE49-F238E27FC236}">
                <a16:creationId xmlns:a16="http://schemas.microsoft.com/office/drawing/2014/main" id="{7C5EDFA1-B4BF-72D9-09D1-E8C7295A3B8F}"/>
              </a:ext>
            </a:extLst>
          </p:cNvPr>
          <p:cNvSpPr txBox="1"/>
          <p:nvPr/>
        </p:nvSpPr>
        <p:spPr>
          <a:xfrm>
            <a:off x="8870845" y="2267143"/>
            <a:ext cx="2923160" cy="4247317"/>
          </a:xfrm>
          <a:prstGeom prst="rect">
            <a:avLst/>
          </a:prstGeom>
          <a:noFill/>
        </p:spPr>
        <p:txBody>
          <a:bodyPr wrap="square" rtlCol="0">
            <a:spAutoFit/>
          </a:bodyPr>
          <a:lstStyle/>
          <a:p>
            <a:pPr algn="ctr">
              <a:buClr>
                <a:schemeClr val="accent1"/>
              </a:buClr>
            </a:pPr>
            <a:r>
              <a:rPr lang="en-US" dirty="0"/>
              <a:t>In 2025, Tyson revenue was 3.6x greater than Smithfield revenue. </a:t>
            </a:r>
          </a:p>
          <a:p>
            <a:pPr algn="ctr">
              <a:buClr>
                <a:schemeClr val="accent1"/>
              </a:buClr>
            </a:pPr>
            <a:endParaRPr lang="en-US" dirty="0"/>
          </a:p>
          <a:p>
            <a:pPr algn="ctr">
              <a:buClr>
                <a:schemeClr val="accent1"/>
              </a:buClr>
            </a:pPr>
            <a:r>
              <a:rPr lang="en-US" dirty="0"/>
              <a:t>However, Tyson’s corporate expense, prior to the amortization, was 5.6x greater than Smithfield corporate expense. </a:t>
            </a:r>
          </a:p>
          <a:p>
            <a:pPr algn="ctr">
              <a:buClr>
                <a:schemeClr val="accent1"/>
              </a:buClr>
            </a:pPr>
            <a:endParaRPr lang="en-US" dirty="0"/>
          </a:p>
          <a:p>
            <a:pPr algn="ctr">
              <a:buClr>
                <a:schemeClr val="accent1"/>
              </a:buClr>
            </a:pPr>
            <a:r>
              <a:rPr lang="en-US" dirty="0"/>
              <a:t>Tyson’s more active acquisition history has also translated to amortization expense which is 26x greater than Smithfield. </a:t>
            </a:r>
          </a:p>
        </p:txBody>
      </p:sp>
    </p:spTree>
    <p:extLst>
      <p:ext uri="{BB962C8B-B14F-4D97-AF65-F5344CB8AC3E}">
        <p14:creationId xmlns:p14="http://schemas.microsoft.com/office/powerpoint/2010/main" val="2373151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1370-5CD7-C8B7-ABF2-D2E53DF601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CCA145-6B5A-A080-8514-FEB6B9C1FB73}"/>
              </a:ext>
            </a:extLst>
          </p:cNvPr>
          <p:cNvSpPr>
            <a:spLocks noGrp="1"/>
          </p:cNvSpPr>
          <p:nvPr>
            <p:ph type="title"/>
          </p:nvPr>
        </p:nvSpPr>
        <p:spPr>
          <a:xfrm>
            <a:off x="575835" y="488046"/>
            <a:ext cx="11026589" cy="716646"/>
          </a:xfrm>
        </p:spPr>
        <p:txBody>
          <a:bodyPr/>
          <a:lstStyle/>
          <a:p>
            <a:r>
              <a:rPr lang="en-US" sz="2900" dirty="0"/>
              <a:t>Tyson Amortization Summary</a:t>
            </a:r>
            <a:r>
              <a:rPr lang="en-US" sz="2900" baseline="30000" dirty="0"/>
              <a:t>1</a:t>
            </a:r>
            <a:r>
              <a:rPr lang="en-US" sz="2900" dirty="0"/>
              <a:t> </a:t>
            </a:r>
            <a:endParaRPr lang="en-US" sz="2900" baseline="30000" dirty="0">
              <a:solidFill>
                <a:schemeClr val="tx1"/>
              </a:solidFill>
              <a:latin typeface="+mj-lt"/>
            </a:endParaRPr>
          </a:p>
        </p:txBody>
      </p:sp>
      <p:sp>
        <p:nvSpPr>
          <p:cNvPr id="9" name="Text Placeholder 4">
            <a:extLst>
              <a:ext uri="{FF2B5EF4-FFF2-40B4-BE49-F238E27FC236}">
                <a16:creationId xmlns:a16="http://schemas.microsoft.com/office/drawing/2014/main" id="{5560B76F-F91D-1761-0CD8-08AC852632B6}"/>
              </a:ext>
            </a:extLst>
          </p:cNvPr>
          <p:cNvSpPr txBox="1">
            <a:spLocks/>
          </p:cNvSpPr>
          <p:nvPr/>
        </p:nvSpPr>
        <p:spPr>
          <a:xfrm>
            <a:off x="609600" y="1101252"/>
            <a:ext cx="10972800" cy="29489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2"/>
              </a:buClr>
              <a:buFontTx/>
              <a:buNone/>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7395"/>
              </a:buClr>
              <a:defRPr/>
            </a:pPr>
            <a:r>
              <a:rPr lang="en-US" sz="1400" dirty="0"/>
              <a:t>The majority of Tyson’s amortizable intangible assets are in Customer Relationships and Brands and Trademarks. </a:t>
            </a:r>
            <a:endParaRPr kumimoji="0" lang="en-US" sz="1400" b="0" i="0" u="none" strike="noStrike" kern="1200" cap="none" spc="0" normalizeH="0" baseline="0" noProof="0" dirty="0">
              <a:ln>
                <a:noFill/>
              </a:ln>
              <a:solidFill>
                <a:srgbClr val="3C464D"/>
              </a:solidFill>
              <a:effectLst/>
              <a:uLnTx/>
              <a:uFillTx/>
              <a:latin typeface="Arial" panose="020B0604020202020204"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E149245B-05C7-906E-F88A-AF8CFA79BAE5}"/>
              </a:ext>
            </a:extLst>
          </p:cNvPr>
          <p:cNvPicPr>
            <a:picLocks noChangeAspect="1"/>
          </p:cNvPicPr>
          <p:nvPr/>
        </p:nvPicPr>
        <p:blipFill>
          <a:blip r:embed="rId3"/>
          <a:stretch>
            <a:fillRect/>
          </a:stretch>
        </p:blipFill>
        <p:spPr>
          <a:xfrm>
            <a:off x="2412061" y="2009354"/>
            <a:ext cx="7367878" cy="3545882"/>
          </a:xfrm>
          <a:prstGeom prst="rect">
            <a:avLst/>
          </a:prstGeom>
        </p:spPr>
      </p:pic>
      <p:sp>
        <p:nvSpPr>
          <p:cNvPr id="3" name="Rectangle 2">
            <a:extLst>
              <a:ext uri="{FF2B5EF4-FFF2-40B4-BE49-F238E27FC236}">
                <a16:creationId xmlns:a16="http://schemas.microsoft.com/office/drawing/2014/main" id="{F0154844-B271-52F1-58AC-EE862F540505}"/>
              </a:ext>
            </a:extLst>
          </p:cNvPr>
          <p:cNvSpPr/>
          <p:nvPr/>
        </p:nvSpPr>
        <p:spPr>
          <a:xfrm>
            <a:off x="2412062" y="2576220"/>
            <a:ext cx="7485472" cy="641113"/>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362CC72-5E9C-1FCA-B0F5-C1E6363623DF}"/>
              </a:ext>
            </a:extLst>
          </p:cNvPr>
          <p:cNvSpPr txBox="1"/>
          <p:nvPr/>
        </p:nvSpPr>
        <p:spPr>
          <a:xfrm>
            <a:off x="294788" y="6534128"/>
            <a:ext cx="11602424" cy="215444"/>
          </a:xfrm>
          <a:prstGeom prst="rect">
            <a:avLst/>
          </a:prstGeom>
          <a:noFill/>
        </p:spPr>
        <p:txBody>
          <a:bodyPr wrap="square" rtlCol="0">
            <a:spAutoFit/>
          </a:bodyPr>
          <a:lstStyle/>
          <a:p>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1: As of the end of Tyson’s fiscal 2025 and 2024. </a:t>
            </a:r>
          </a:p>
        </p:txBody>
      </p:sp>
    </p:spTree>
    <p:extLst>
      <p:ext uri="{BB962C8B-B14F-4D97-AF65-F5344CB8AC3E}">
        <p14:creationId xmlns:p14="http://schemas.microsoft.com/office/powerpoint/2010/main" val="384452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0D39DE41-E79A-31CD-CA37-4526EC6270EF}"/>
              </a:ext>
            </a:extLst>
          </p:cNvPr>
          <p:cNvGraphicFramePr>
            <a:graphicFrameLocks noGrp="1"/>
          </p:cNvGraphicFramePr>
          <p:nvPr>
            <p:extLst>
              <p:ext uri="{D42A27DB-BD31-4B8C-83A1-F6EECF244321}">
                <p14:modId xmlns:p14="http://schemas.microsoft.com/office/powerpoint/2010/main" val="3010507425"/>
              </p:ext>
            </p:extLst>
          </p:nvPr>
        </p:nvGraphicFramePr>
        <p:xfrm>
          <a:off x="331512" y="1749031"/>
          <a:ext cx="11528976" cy="4387821"/>
        </p:xfrm>
        <a:graphic>
          <a:graphicData uri="http://schemas.openxmlformats.org/drawingml/2006/table">
            <a:tbl>
              <a:tblPr/>
              <a:tblGrid>
                <a:gridCol w="817222">
                  <a:extLst>
                    <a:ext uri="{9D8B030D-6E8A-4147-A177-3AD203B41FA5}">
                      <a16:colId xmlns:a16="http://schemas.microsoft.com/office/drawing/2014/main" val="1053243707"/>
                    </a:ext>
                  </a:extLst>
                </a:gridCol>
                <a:gridCol w="1713530">
                  <a:extLst>
                    <a:ext uri="{9D8B030D-6E8A-4147-A177-3AD203B41FA5}">
                      <a16:colId xmlns:a16="http://schemas.microsoft.com/office/drawing/2014/main" val="1027767445"/>
                    </a:ext>
                  </a:extLst>
                </a:gridCol>
                <a:gridCol w="562389">
                  <a:extLst>
                    <a:ext uri="{9D8B030D-6E8A-4147-A177-3AD203B41FA5}">
                      <a16:colId xmlns:a16="http://schemas.microsoft.com/office/drawing/2014/main" val="3250840848"/>
                    </a:ext>
                  </a:extLst>
                </a:gridCol>
                <a:gridCol w="562389">
                  <a:extLst>
                    <a:ext uri="{9D8B030D-6E8A-4147-A177-3AD203B41FA5}">
                      <a16:colId xmlns:a16="http://schemas.microsoft.com/office/drawing/2014/main" val="2089929463"/>
                    </a:ext>
                  </a:extLst>
                </a:gridCol>
                <a:gridCol w="562389">
                  <a:extLst>
                    <a:ext uri="{9D8B030D-6E8A-4147-A177-3AD203B41FA5}">
                      <a16:colId xmlns:a16="http://schemas.microsoft.com/office/drawing/2014/main" val="1290683636"/>
                    </a:ext>
                  </a:extLst>
                </a:gridCol>
                <a:gridCol w="562389">
                  <a:extLst>
                    <a:ext uri="{9D8B030D-6E8A-4147-A177-3AD203B41FA5}">
                      <a16:colId xmlns:a16="http://schemas.microsoft.com/office/drawing/2014/main" val="2412926609"/>
                    </a:ext>
                  </a:extLst>
                </a:gridCol>
                <a:gridCol w="562389">
                  <a:extLst>
                    <a:ext uri="{9D8B030D-6E8A-4147-A177-3AD203B41FA5}">
                      <a16:colId xmlns:a16="http://schemas.microsoft.com/office/drawing/2014/main" val="670293848"/>
                    </a:ext>
                  </a:extLst>
                </a:gridCol>
                <a:gridCol w="562389">
                  <a:extLst>
                    <a:ext uri="{9D8B030D-6E8A-4147-A177-3AD203B41FA5}">
                      <a16:colId xmlns:a16="http://schemas.microsoft.com/office/drawing/2014/main" val="1320726640"/>
                    </a:ext>
                  </a:extLst>
                </a:gridCol>
                <a:gridCol w="562389">
                  <a:extLst>
                    <a:ext uri="{9D8B030D-6E8A-4147-A177-3AD203B41FA5}">
                      <a16:colId xmlns:a16="http://schemas.microsoft.com/office/drawing/2014/main" val="47868787"/>
                    </a:ext>
                  </a:extLst>
                </a:gridCol>
                <a:gridCol w="562389">
                  <a:extLst>
                    <a:ext uri="{9D8B030D-6E8A-4147-A177-3AD203B41FA5}">
                      <a16:colId xmlns:a16="http://schemas.microsoft.com/office/drawing/2014/main" val="2579677899"/>
                    </a:ext>
                  </a:extLst>
                </a:gridCol>
                <a:gridCol w="562389">
                  <a:extLst>
                    <a:ext uri="{9D8B030D-6E8A-4147-A177-3AD203B41FA5}">
                      <a16:colId xmlns:a16="http://schemas.microsoft.com/office/drawing/2014/main" val="2286288440"/>
                    </a:ext>
                  </a:extLst>
                </a:gridCol>
                <a:gridCol w="562389">
                  <a:extLst>
                    <a:ext uri="{9D8B030D-6E8A-4147-A177-3AD203B41FA5}">
                      <a16:colId xmlns:a16="http://schemas.microsoft.com/office/drawing/2014/main" val="3659488529"/>
                    </a:ext>
                  </a:extLst>
                </a:gridCol>
                <a:gridCol w="562389">
                  <a:extLst>
                    <a:ext uri="{9D8B030D-6E8A-4147-A177-3AD203B41FA5}">
                      <a16:colId xmlns:a16="http://schemas.microsoft.com/office/drawing/2014/main" val="2657679856"/>
                    </a:ext>
                  </a:extLst>
                </a:gridCol>
                <a:gridCol w="562389">
                  <a:extLst>
                    <a:ext uri="{9D8B030D-6E8A-4147-A177-3AD203B41FA5}">
                      <a16:colId xmlns:a16="http://schemas.microsoft.com/office/drawing/2014/main" val="1185036006"/>
                    </a:ext>
                  </a:extLst>
                </a:gridCol>
                <a:gridCol w="562389">
                  <a:extLst>
                    <a:ext uri="{9D8B030D-6E8A-4147-A177-3AD203B41FA5}">
                      <a16:colId xmlns:a16="http://schemas.microsoft.com/office/drawing/2014/main" val="1825205322"/>
                    </a:ext>
                  </a:extLst>
                </a:gridCol>
                <a:gridCol w="562389">
                  <a:extLst>
                    <a:ext uri="{9D8B030D-6E8A-4147-A177-3AD203B41FA5}">
                      <a16:colId xmlns:a16="http://schemas.microsoft.com/office/drawing/2014/main" val="1477504495"/>
                    </a:ext>
                  </a:extLst>
                </a:gridCol>
                <a:gridCol w="562389">
                  <a:extLst>
                    <a:ext uri="{9D8B030D-6E8A-4147-A177-3AD203B41FA5}">
                      <a16:colId xmlns:a16="http://schemas.microsoft.com/office/drawing/2014/main" val="919815097"/>
                    </a:ext>
                  </a:extLst>
                </a:gridCol>
                <a:gridCol w="562389">
                  <a:extLst>
                    <a:ext uri="{9D8B030D-6E8A-4147-A177-3AD203B41FA5}">
                      <a16:colId xmlns:a16="http://schemas.microsoft.com/office/drawing/2014/main" val="2679526288"/>
                    </a:ext>
                  </a:extLst>
                </a:gridCol>
              </a:tblGrid>
              <a:tr h="253778">
                <a:tc rowSpan="2" gridSpan="2">
                  <a:txBody>
                    <a:bodyPr/>
                    <a:lstStyle/>
                    <a:p>
                      <a:pPr algn="ctr" fontAlgn="b">
                        <a:buNone/>
                      </a:pPr>
                      <a:r>
                        <a:rPr lang="en-US" sz="1100" b="1" i="0" u="none" strike="noStrike">
                          <a:solidFill>
                            <a:srgbClr val="000000"/>
                          </a:solidFill>
                          <a:effectLst/>
                          <a:latin typeface="Aptos Narrow" panose="020B0004020202020204" pitchFamily="34" charset="0"/>
                        </a:rPr>
                        <a:t>SFD vs TSN Operating Margin</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2023</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4747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2024</a:t>
                      </a:r>
                    </a:p>
                  </a:txBody>
                  <a:tcPr marL="8015" marR="8015" marT="801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2025</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fontAlgn="ctr">
                        <a:buNone/>
                      </a:pPr>
                      <a:r>
                        <a:rPr lang="en-US" sz="1100" b="1" i="0" u="none" strike="noStrike">
                          <a:solidFill>
                            <a:srgbClr val="000000"/>
                          </a:solidFill>
                          <a:effectLst/>
                          <a:latin typeface="Aptos Narrow" panose="020B0004020202020204" pitchFamily="34" charset="0"/>
                        </a:rPr>
                        <a:t>T8Q</a:t>
                      </a:r>
                    </a:p>
                  </a:txBody>
                  <a:tcPr marL="8015" marR="8015" marT="801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35982675"/>
                  </a:ext>
                </a:extLst>
              </a:tr>
              <a:tr h="266467">
                <a:tc gridSpan="2" vMerge="1">
                  <a:txBody>
                    <a:bodyPr/>
                    <a:lstStyle/>
                    <a:p>
                      <a:endParaRPr lang="en-US"/>
                    </a:p>
                  </a:txBody>
                  <a:tcPr/>
                </a:tc>
                <a:tc hMerge="1" vMerge="1">
                  <a:txBody>
                    <a:bodyPr/>
                    <a:lstStyle/>
                    <a:p>
                      <a:endParaRPr lang="en-US"/>
                    </a:p>
                  </a:txBody>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 </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vMerge="1">
                  <a:txBody>
                    <a:bodyPr/>
                    <a:lstStyle/>
                    <a:p>
                      <a:endParaRPr lang="en-US"/>
                    </a:p>
                  </a:txBody>
                  <a:tcPr/>
                </a:tc>
                <a:extLst>
                  <a:ext uri="{0D108BD9-81ED-4DB2-BD59-A6C34878D82A}">
                    <a16:rowId xmlns:a16="http://schemas.microsoft.com/office/drawing/2014/main" val="2295137307"/>
                  </a:ext>
                </a:extLst>
              </a:tr>
              <a:tr h="279156">
                <a:tc rowSpan="3">
                  <a:txBody>
                    <a:bodyPr/>
                    <a:lstStyle/>
                    <a:p>
                      <a:pPr algn="ctr" fontAlgn="ctr">
                        <a:buNone/>
                      </a:pPr>
                      <a:r>
                        <a:rPr lang="en-US" sz="1100" b="1" i="0" u="none" strike="noStrike">
                          <a:solidFill>
                            <a:srgbClr val="000000"/>
                          </a:solidFill>
                          <a:effectLst/>
                          <a:latin typeface="Aptos Narrow" panose="020B0004020202020204" pitchFamily="34" charset="0"/>
                        </a:rPr>
                        <a:t>US Pork</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SFD</a:t>
                      </a:r>
                      <a:r>
                        <a:rPr lang="en-US" sz="1100" b="1" i="0" u="none" strike="noStrike" baseline="30000">
                          <a:solidFill>
                            <a:srgbClr val="FFFFFF"/>
                          </a:solidFill>
                          <a:effectLst/>
                          <a:latin typeface="Aptos Narrow" panose="020B0004020202020204" pitchFamily="34" charset="0"/>
                        </a:rPr>
                        <a:t>1</a:t>
                      </a:r>
                      <a:endParaRPr lang="en-US" sz="1100" b="1" i="0" u="none" strike="noStrike">
                        <a:solidFill>
                          <a:srgbClr val="FFFFFF"/>
                        </a:solidFill>
                        <a:effectLst/>
                        <a:latin typeface="Aptos Narrow" panose="020B0004020202020204" pitchFamily="34" charset="0"/>
                      </a:endParaRP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97132"/>
                    </a:solidFill>
                  </a:tcPr>
                </a:tc>
                <a:tc>
                  <a:txBody>
                    <a:bodyPr/>
                    <a:lstStyle/>
                    <a:p>
                      <a:pPr algn="r" fontAlgn="b">
                        <a:buNone/>
                      </a:pPr>
                      <a:r>
                        <a:rPr lang="en-US" sz="1100" b="0" i="0" u="none" strike="noStrike">
                          <a:solidFill>
                            <a:srgbClr val="000000"/>
                          </a:solidFill>
                          <a:effectLst/>
                          <a:latin typeface="Aptos Narrow" panose="020B0004020202020204" pitchFamily="34" charset="0"/>
                        </a:rPr>
                        <a:t>-10.1%</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-12.6%</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-3.4%</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-7.6%</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-3.1%</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0.3%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3.0%</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0.9%</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3.4%</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2.2%</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4.1%</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6.6%</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4.0%</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2.6%</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5265192"/>
                  </a:ext>
                </a:extLst>
              </a:tr>
              <a:tr h="253778">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2060"/>
                    </a:solidFill>
                  </a:tcPr>
                </a:tc>
                <a:tc>
                  <a:txBody>
                    <a:bodyPr/>
                    <a:lstStyle/>
                    <a:p>
                      <a:pPr algn="r" fontAlgn="b">
                        <a:buNone/>
                      </a:pPr>
                      <a:r>
                        <a:rPr lang="en-US" sz="1100" b="0" i="0" u="none" strike="noStrike">
                          <a:solidFill>
                            <a:srgbClr val="000000"/>
                          </a:solidFill>
                          <a:effectLst/>
                          <a:latin typeface="Aptos Narrow" panose="020B0004020202020204" pitchFamily="34" charset="0"/>
                        </a:rPr>
                        <a:t>-2.2%</a:t>
                      </a:r>
                    </a:p>
                  </a:txBody>
                  <a:tcPr marL="8015" marR="8015" marT="8015" marB="0" anchor="b">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-5.3%</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-0.5%</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4.5%</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-0.7%</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2.2%</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1.5%</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2.2%</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3.7%</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2.0%</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5.8%</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3.5%</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2.9%</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885623354"/>
                  </a:ext>
                </a:extLst>
              </a:tr>
              <a:tr h="266467">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000000"/>
                          </a:solidFill>
                          <a:effectLst/>
                          <a:latin typeface="Aptos Narrow" panose="020B0004020202020204" pitchFamily="34" charset="0"/>
                        </a:rPr>
                        <a:t>-1.1%</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0.7%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5.7%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0.5%</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3.2%</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3.2%</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4.6%</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6.7%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3.8%</a:t>
                      </a:r>
                    </a:p>
                  </a:txBody>
                  <a:tcPr marL="8015" marR="8015" marT="801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47957466"/>
                  </a:ext>
                </a:extLst>
              </a:tr>
              <a:tr h="236013">
                <a:tc>
                  <a:txBody>
                    <a:bodyPr/>
                    <a:lstStyle/>
                    <a:p>
                      <a:pPr algn="ctr" fontAlgn="ctr">
                        <a:buNone/>
                      </a:pPr>
                      <a:endParaRPr lang="en-US" sz="1100" b="1" i="0" u="none" strike="noStrike">
                        <a:solidFill>
                          <a:srgbClr val="000000"/>
                        </a:solidFill>
                        <a:effectLst/>
                        <a:latin typeface="Aptos Narrow" panose="020B0004020202020204" pitchFamily="34" charset="0"/>
                      </a:endParaRPr>
                    </a:p>
                  </a:txBody>
                  <a:tcPr marL="8015" marR="8015" marT="801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1" i="0" u="none" strike="noStrike">
                        <a:solidFill>
                          <a:srgbClr val="FFFFFF"/>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60791345"/>
                  </a:ext>
                </a:extLst>
              </a:tr>
              <a:tr h="253778">
                <a:tc rowSpan="2">
                  <a:txBody>
                    <a:bodyPr/>
                    <a:lstStyle/>
                    <a:p>
                      <a:pPr algn="ctr" fontAlgn="ctr">
                        <a:buNone/>
                      </a:pPr>
                      <a:r>
                        <a:rPr lang="en-US" sz="1100" b="1" i="0" u="none" strike="noStrike">
                          <a:solidFill>
                            <a:srgbClr val="000000"/>
                          </a:solidFill>
                          <a:effectLst/>
                          <a:latin typeface="Aptos Narrow" panose="020B0004020202020204" pitchFamily="34" charset="0"/>
                        </a:rPr>
                        <a:t>Gap</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vs 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2060"/>
                    </a:solidFill>
                  </a:tcPr>
                </a:tc>
                <a:tc>
                  <a:txBody>
                    <a:bodyPr/>
                    <a:lstStyle/>
                    <a:p>
                      <a:pPr algn="r" fontAlgn="b">
                        <a:buNone/>
                      </a:pPr>
                      <a:r>
                        <a:rPr lang="en-US" sz="1100" b="0" i="0" u="none" strike="noStrike">
                          <a:solidFill>
                            <a:srgbClr val="9C0006"/>
                          </a:solidFill>
                          <a:effectLst/>
                          <a:latin typeface="Aptos Narrow" panose="020B0004020202020204" pitchFamily="34" charset="0"/>
                        </a:rPr>
                        <a:t>-7.9%</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-7.3%</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-2.9%</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-8.7%</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-6.9%</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-5.3%</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2.0%</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-0.7%</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-1.3%</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-0.3%</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-0.2%</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0.8%</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0.5%</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-0.3%</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7CE"/>
                    </a:solidFill>
                  </a:tcPr>
                </a:tc>
                <a:extLst>
                  <a:ext uri="{0D108BD9-81ED-4DB2-BD59-A6C34878D82A}">
                    <a16:rowId xmlns:a16="http://schemas.microsoft.com/office/drawing/2014/main" val="1582140085"/>
                  </a:ext>
                </a:extLst>
              </a:tr>
              <a:tr h="266467">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vs 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9C0006"/>
                          </a:solidFill>
                          <a:effectLst/>
                          <a:latin typeface="Aptos Narrow" panose="020B0004020202020204" pitchFamily="34" charset="0"/>
                        </a:rPr>
                        <a:t>-9.0%</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-8.4%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-4.2%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-9.9%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-8.1%</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-6.3%</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-2.3%</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-1.2%</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-0.4%</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-1.3%</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76756917"/>
                  </a:ext>
                </a:extLst>
              </a:tr>
              <a:tr h="236013">
                <a:tc>
                  <a:txBody>
                    <a:bodyPr/>
                    <a:lstStyle/>
                    <a:p>
                      <a:pPr algn="ctr" fontAlgn="ctr">
                        <a:buNone/>
                      </a:pPr>
                      <a:endParaRPr lang="en-US" sz="1100" b="1" i="0" u="none" strike="noStrike">
                        <a:solidFill>
                          <a:srgbClr val="000000"/>
                        </a:solidFill>
                        <a:effectLst/>
                        <a:latin typeface="Aptos Narrow" panose="020B0004020202020204" pitchFamily="34" charset="0"/>
                      </a:endParaRPr>
                    </a:p>
                  </a:txBody>
                  <a:tcPr marL="8015" marR="8015" marT="801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1" i="0" u="none" strike="noStrike">
                        <a:solidFill>
                          <a:srgbClr val="FFFFFF"/>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7362496"/>
                  </a:ext>
                </a:extLst>
              </a:tr>
              <a:tr h="253778">
                <a:tc rowSpan="2" gridSpan="2">
                  <a:txBody>
                    <a:bodyPr/>
                    <a:lstStyle/>
                    <a:p>
                      <a:pPr algn="ctr" fontAlgn="b">
                        <a:buNone/>
                      </a:pPr>
                      <a:r>
                        <a:rPr lang="nl-NL" sz="1100" b="1" i="0" u="none" strike="noStrike">
                          <a:solidFill>
                            <a:srgbClr val="000000"/>
                          </a:solidFill>
                          <a:effectLst/>
                          <a:latin typeface="Aptos Narrow" panose="020B0004020202020204" pitchFamily="34" charset="0"/>
                        </a:rPr>
                        <a:t>SFD vs TSN OP/HD</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2023</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4747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2024</a:t>
                      </a:r>
                    </a:p>
                  </a:txBody>
                  <a:tcPr marL="8015" marR="8015" marT="801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2025</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fontAlgn="ctr">
                        <a:buNone/>
                      </a:pPr>
                      <a:r>
                        <a:rPr lang="en-US" sz="1100" b="1" i="0" u="none" strike="noStrike">
                          <a:solidFill>
                            <a:srgbClr val="000000"/>
                          </a:solidFill>
                          <a:effectLst/>
                          <a:latin typeface="Aptos Narrow" panose="020B0004020202020204" pitchFamily="34" charset="0"/>
                        </a:rPr>
                        <a:t>T8Q</a:t>
                      </a:r>
                    </a:p>
                  </a:txBody>
                  <a:tcPr marL="8015" marR="8015" marT="801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94066550"/>
                  </a:ext>
                </a:extLst>
              </a:tr>
              <a:tr h="266467">
                <a:tc gridSpan="2" vMerge="1">
                  <a:txBody>
                    <a:bodyPr/>
                    <a:lstStyle/>
                    <a:p>
                      <a:endParaRPr lang="en-US"/>
                    </a:p>
                  </a:txBody>
                  <a:tcPr/>
                </a:tc>
                <a:tc hMerge="1" vMerge="1">
                  <a:txBody>
                    <a:bodyPr/>
                    <a:lstStyle/>
                    <a:p>
                      <a:endParaRPr lang="en-US"/>
                    </a:p>
                  </a:txBody>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 </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vMerge="1">
                  <a:txBody>
                    <a:bodyPr/>
                    <a:lstStyle/>
                    <a:p>
                      <a:endParaRPr lang="en-US"/>
                    </a:p>
                  </a:txBody>
                  <a:tcPr/>
                </a:tc>
                <a:extLst>
                  <a:ext uri="{0D108BD9-81ED-4DB2-BD59-A6C34878D82A}">
                    <a16:rowId xmlns:a16="http://schemas.microsoft.com/office/drawing/2014/main" val="1559992935"/>
                  </a:ext>
                </a:extLst>
              </a:tr>
              <a:tr h="279156">
                <a:tc rowSpan="3">
                  <a:txBody>
                    <a:bodyPr/>
                    <a:lstStyle/>
                    <a:p>
                      <a:pPr algn="ctr" fontAlgn="ctr">
                        <a:buNone/>
                      </a:pPr>
                      <a:r>
                        <a:rPr lang="en-US" sz="1100" b="1" i="0" u="none" strike="noStrike">
                          <a:solidFill>
                            <a:srgbClr val="000000"/>
                          </a:solidFill>
                          <a:effectLst/>
                          <a:latin typeface="Aptos Narrow" panose="020B0004020202020204" pitchFamily="34" charset="0"/>
                        </a:rPr>
                        <a:t>US Pork</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SFD</a:t>
                      </a:r>
                      <a:r>
                        <a:rPr lang="en-US" sz="1100" b="1" i="0" u="none" strike="noStrike" baseline="30000">
                          <a:solidFill>
                            <a:srgbClr val="FFFFFF"/>
                          </a:solidFill>
                          <a:effectLst/>
                          <a:latin typeface="Aptos Narrow" panose="020B0004020202020204" pitchFamily="34" charset="0"/>
                        </a:rPr>
                        <a:t>1</a:t>
                      </a:r>
                      <a:endParaRPr lang="en-US" sz="1100" b="1" i="0" u="none" strike="noStrike">
                        <a:solidFill>
                          <a:srgbClr val="FFFFFF"/>
                        </a:solidFill>
                        <a:effectLst/>
                        <a:latin typeface="Aptos Narrow" panose="020B0004020202020204" pitchFamily="34" charset="0"/>
                      </a:endParaRP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97132"/>
                    </a:solidFill>
                  </a:tcPr>
                </a:tc>
                <a:tc>
                  <a:txBody>
                    <a:bodyPr/>
                    <a:lstStyle/>
                    <a:p>
                      <a:pPr algn="r" fontAlgn="b">
                        <a:buNone/>
                      </a:pPr>
                      <a:r>
                        <a:rPr lang="en-US" sz="1100" b="0" i="0" u="none" strike="noStrike">
                          <a:solidFill>
                            <a:srgbClr val="000000"/>
                          </a:solidFill>
                          <a:effectLst/>
                          <a:latin typeface="Aptos Narrow" panose="020B0004020202020204" pitchFamily="34" charset="0"/>
                        </a:rPr>
                        <a:t>-$28.87</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-$36.02</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-$10.36</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-$11.23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-$21.63</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-$8.72</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$10.02</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$8.54</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$2.61</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$11.14</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$7.43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$14.57</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$20.24</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$13.41</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$8.04</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486616021"/>
                  </a:ext>
                </a:extLst>
              </a:tr>
              <a:tr h="253778">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2060"/>
                    </a:solidFill>
                  </a:tcPr>
                </a:tc>
                <a:tc>
                  <a:txBody>
                    <a:bodyPr/>
                    <a:lstStyle/>
                    <a:p>
                      <a:pPr algn="r" fontAlgn="b">
                        <a:buNone/>
                      </a:pPr>
                      <a:r>
                        <a:rPr lang="en-US" sz="1100" b="0" i="0" u="none" strike="noStrike">
                          <a:solidFill>
                            <a:srgbClr val="000000"/>
                          </a:solidFill>
                          <a:effectLst/>
                          <a:latin typeface="Aptos Narrow" panose="020B0004020202020204" pitchFamily="34" charset="0"/>
                        </a:rPr>
                        <a:t>-$6.16</a:t>
                      </a:r>
                    </a:p>
                  </a:txBody>
                  <a:tcPr marL="8015" marR="8015" marT="8015" marB="0" anchor="b">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-$14.62</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-$1.69</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$12.84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-$2.07</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$6.38</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$4.60</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$3.96</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$11.19</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$6.64</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$11.11</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$7.43</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$6.24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$18.14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$10.88</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$8.76</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008818900"/>
                  </a:ext>
                </a:extLst>
              </a:tr>
              <a:tr h="266467">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000000"/>
                          </a:solidFill>
                          <a:effectLst/>
                          <a:latin typeface="Aptos Narrow" panose="020B0004020202020204" pitchFamily="34" charset="0"/>
                        </a:rPr>
                        <a:t>-$2.98</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-$11.49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$2.33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$16.24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$1.36</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$9.28</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$8.15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$7.29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$13.84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$9.10</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$13.94</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$10.32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$9.46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$20.86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$13.79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$11.77</a:t>
                      </a:r>
                    </a:p>
                  </a:txBody>
                  <a:tcPr marL="8015" marR="8015" marT="801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68150077"/>
                  </a:ext>
                </a:extLst>
              </a:tr>
              <a:tr h="236013">
                <a:tc>
                  <a:txBody>
                    <a:bodyPr/>
                    <a:lstStyle/>
                    <a:p>
                      <a:pPr algn="ctr" fontAlgn="ctr">
                        <a:buNone/>
                      </a:pPr>
                      <a:endParaRPr lang="en-US" sz="1100" b="1" i="0" u="none" strike="noStrike">
                        <a:solidFill>
                          <a:srgbClr val="000000"/>
                        </a:solidFill>
                        <a:effectLst/>
                        <a:latin typeface="Aptos Narrow" panose="020B0004020202020204" pitchFamily="34" charset="0"/>
                      </a:endParaRPr>
                    </a:p>
                  </a:txBody>
                  <a:tcPr marL="8015" marR="8015" marT="801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1" i="0" u="none" strike="noStrike">
                        <a:solidFill>
                          <a:srgbClr val="FFFFFF"/>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1827843"/>
                  </a:ext>
                </a:extLst>
              </a:tr>
              <a:tr h="253778">
                <a:tc rowSpan="2">
                  <a:txBody>
                    <a:bodyPr/>
                    <a:lstStyle/>
                    <a:p>
                      <a:pPr algn="ctr" fontAlgn="ctr">
                        <a:buNone/>
                      </a:pPr>
                      <a:r>
                        <a:rPr lang="en-US" sz="1100" b="1" i="0" u="none" strike="noStrike">
                          <a:solidFill>
                            <a:srgbClr val="000000"/>
                          </a:solidFill>
                          <a:effectLst/>
                          <a:latin typeface="Aptos Narrow" panose="020B0004020202020204" pitchFamily="34" charset="0"/>
                        </a:rPr>
                        <a:t>Gap</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vs 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2060"/>
                    </a:solidFill>
                  </a:tcPr>
                </a:tc>
                <a:tc>
                  <a:txBody>
                    <a:bodyPr/>
                    <a:lstStyle/>
                    <a:p>
                      <a:pPr algn="r" fontAlgn="b">
                        <a:buNone/>
                      </a:pPr>
                      <a:r>
                        <a:rPr lang="en-US" sz="1100" b="0" i="0" u="none" strike="noStrike">
                          <a:solidFill>
                            <a:srgbClr val="9C0006"/>
                          </a:solidFill>
                          <a:effectLst/>
                          <a:latin typeface="Aptos Narrow" panose="020B0004020202020204" pitchFamily="34" charset="0"/>
                        </a:rPr>
                        <a:t>-$22.72</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-$21.40</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-$8.67</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-$24.07</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-$19.56</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-$15.10</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-$3.57</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$6.06</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-$2.64</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-$4.03</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$0.03</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$0.01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$8.33</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$2.11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$2.54</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-$0.72</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7CE"/>
                    </a:solidFill>
                  </a:tcPr>
                </a:tc>
                <a:extLst>
                  <a:ext uri="{0D108BD9-81ED-4DB2-BD59-A6C34878D82A}">
                    <a16:rowId xmlns:a16="http://schemas.microsoft.com/office/drawing/2014/main" val="2665302219"/>
                  </a:ext>
                </a:extLst>
              </a:tr>
              <a:tr h="266467">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vs 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9C0006"/>
                          </a:solidFill>
                          <a:effectLst/>
                          <a:latin typeface="Aptos Narrow" panose="020B0004020202020204" pitchFamily="34" charset="0"/>
                        </a:rPr>
                        <a:t>-$25.89</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-$24.54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-$12.69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-$27.47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-$22.99</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-$17.99</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dirty="0">
                          <a:solidFill>
                            <a:srgbClr val="9C0006"/>
                          </a:solidFill>
                          <a:effectLst/>
                          <a:latin typeface="Aptos Narrow" panose="020B0004020202020204" pitchFamily="34" charset="0"/>
                        </a:rPr>
                        <a:t>-$7.12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$2.73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-$5.30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-$6.49</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-$2.80</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-$2.88</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$5.11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-$0.62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-$0.38</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dirty="0">
                          <a:solidFill>
                            <a:srgbClr val="9C0006"/>
                          </a:solidFill>
                          <a:effectLst/>
                          <a:latin typeface="Aptos Narrow" panose="020B0004020202020204" pitchFamily="34" charset="0"/>
                        </a:rPr>
                        <a:t>-$3.72</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2111436997"/>
                  </a:ext>
                </a:extLst>
              </a:tr>
            </a:tbl>
          </a:graphicData>
        </a:graphic>
      </p:graphicFrame>
      <p:sp>
        <p:nvSpPr>
          <p:cNvPr id="4" name="Title 3">
            <a:extLst>
              <a:ext uri="{FF2B5EF4-FFF2-40B4-BE49-F238E27FC236}">
                <a16:creationId xmlns:a16="http://schemas.microsoft.com/office/drawing/2014/main" id="{AB0A387A-6DEF-4F1C-A413-74151C6649B5}"/>
              </a:ext>
            </a:extLst>
          </p:cNvPr>
          <p:cNvSpPr>
            <a:spLocks noGrp="1"/>
          </p:cNvSpPr>
          <p:nvPr>
            <p:ph type="title"/>
          </p:nvPr>
        </p:nvSpPr>
        <p:spPr>
          <a:xfrm>
            <a:off x="575835" y="488046"/>
            <a:ext cx="11026589" cy="716646"/>
          </a:xfrm>
        </p:spPr>
        <p:txBody>
          <a:bodyPr/>
          <a:lstStyle/>
          <a:p>
            <a:r>
              <a:rPr lang="en-US" sz="2900" dirty="0"/>
              <a:t>US Pork vs. Tyson Pork Profit Trend</a:t>
            </a:r>
            <a:r>
              <a:rPr lang="en-US" sz="2900" baseline="30000" dirty="0"/>
              <a:t>1,2</a:t>
            </a:r>
            <a:endParaRPr lang="en-US" sz="2900" baseline="30000" dirty="0">
              <a:solidFill>
                <a:schemeClr val="tx1"/>
              </a:solidFill>
              <a:latin typeface="+mj-lt"/>
            </a:endParaRPr>
          </a:p>
        </p:txBody>
      </p:sp>
      <p:sp>
        <p:nvSpPr>
          <p:cNvPr id="9" name="Text Placeholder 4">
            <a:extLst>
              <a:ext uri="{FF2B5EF4-FFF2-40B4-BE49-F238E27FC236}">
                <a16:creationId xmlns:a16="http://schemas.microsoft.com/office/drawing/2014/main" id="{5F732579-F9DA-8BAA-DB65-33B190A50567}"/>
              </a:ext>
            </a:extLst>
          </p:cNvPr>
          <p:cNvSpPr txBox="1">
            <a:spLocks/>
          </p:cNvSpPr>
          <p:nvPr/>
        </p:nvSpPr>
        <p:spPr>
          <a:xfrm>
            <a:off x="575835" y="1060095"/>
            <a:ext cx="10972800" cy="49849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2"/>
              </a:buClr>
              <a:buFontTx/>
              <a:buNone/>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7395"/>
              </a:buClr>
              <a:defRPr/>
            </a:pPr>
            <a:r>
              <a:rPr lang="en-US" sz="1400" dirty="0"/>
              <a:t>US Pork’s comparative performance vs Tyson’s Pork segment flipped after restating Tyson results for their new methodology. Without the change, US Pork would have outperformed Tyson’s Pork segment by $2.54/</a:t>
            </a:r>
            <a:r>
              <a:rPr lang="en-US" sz="1400" dirty="0" err="1"/>
              <a:t>hd</a:t>
            </a:r>
            <a:r>
              <a:rPr lang="en-US" sz="1400" dirty="0"/>
              <a:t> in 2025.  </a:t>
            </a:r>
            <a:endParaRPr kumimoji="0" lang="en-US" sz="1400" b="0" i="0" u="none" strike="noStrike" kern="1200" cap="none" spc="0" normalizeH="0" baseline="0" noProof="0" dirty="0">
              <a:ln>
                <a:noFill/>
              </a:ln>
              <a:solidFill>
                <a:srgbClr val="3C464D"/>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E5248E22-A921-7705-853F-00AD4D4B883D}"/>
              </a:ext>
            </a:extLst>
          </p:cNvPr>
          <p:cNvSpPr txBox="1"/>
          <p:nvPr/>
        </p:nvSpPr>
        <p:spPr>
          <a:xfrm>
            <a:off x="294788" y="6369954"/>
            <a:ext cx="11602424" cy="461665"/>
          </a:xfrm>
          <a:prstGeom prst="rect">
            <a:avLst/>
          </a:prstGeom>
          <a:noFill/>
        </p:spPr>
        <p:txBody>
          <a:bodyPr wrap="square" rtlCol="0">
            <a:spAutoFit/>
          </a:bodyPr>
          <a:lstStyle/>
          <a:p>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1: Smithfield results are adjusted segment profit, which exclude the favorability from the ERC, and is in-line with Non-GAAP results for external reporting. For US Pork, if the ERC was included, segment margins would be 2.4% ($8.2/HD) and 2.7% ($8.1/HD) in Q225 and Q224, respectively. </a:t>
            </a:r>
          </a:p>
          <a:p>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2: Tyson’s Pork results exclude the impact of an antitrust legal charges in Q224, Q125, Q325, and Q425. </a:t>
            </a:r>
          </a:p>
        </p:txBody>
      </p:sp>
      <p:sp>
        <p:nvSpPr>
          <p:cNvPr id="11" name="Rectangle 10">
            <a:extLst>
              <a:ext uri="{FF2B5EF4-FFF2-40B4-BE49-F238E27FC236}">
                <a16:creationId xmlns:a16="http://schemas.microsoft.com/office/drawing/2014/main" id="{A7392D67-93BC-D7E1-B71F-B6D524E3F479}"/>
              </a:ext>
            </a:extLst>
          </p:cNvPr>
          <p:cNvSpPr/>
          <p:nvPr/>
        </p:nvSpPr>
        <p:spPr>
          <a:xfrm>
            <a:off x="10162094" y="3237208"/>
            <a:ext cx="1138189"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B9C1E7D-FD52-C1BF-AA24-DE736BF5E637}"/>
              </a:ext>
            </a:extLst>
          </p:cNvPr>
          <p:cNvSpPr/>
          <p:nvPr/>
        </p:nvSpPr>
        <p:spPr>
          <a:xfrm>
            <a:off x="10202814" y="5580668"/>
            <a:ext cx="1138189" cy="571136"/>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B81585-03D4-E4C1-78F6-65117BF87EE0}"/>
              </a:ext>
            </a:extLst>
          </p:cNvPr>
          <p:cNvSpPr/>
          <p:nvPr/>
        </p:nvSpPr>
        <p:spPr>
          <a:xfrm>
            <a:off x="8472055" y="5580669"/>
            <a:ext cx="1119173" cy="571136"/>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7391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F522-63D3-5D11-7D28-76C5EDAEF950}"/>
            </a:ext>
          </a:extLst>
        </p:cNvPr>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EC3E5DA3-F568-9BCA-18E5-925F611A8EB9}"/>
              </a:ext>
            </a:extLst>
          </p:cNvPr>
          <p:cNvGraphicFramePr>
            <a:graphicFrameLocks noGrp="1"/>
          </p:cNvGraphicFramePr>
          <p:nvPr>
            <p:extLst>
              <p:ext uri="{D42A27DB-BD31-4B8C-83A1-F6EECF244321}">
                <p14:modId xmlns:p14="http://schemas.microsoft.com/office/powerpoint/2010/main" val="3508706780"/>
              </p:ext>
            </p:extLst>
          </p:nvPr>
        </p:nvGraphicFramePr>
        <p:xfrm>
          <a:off x="582704" y="1652598"/>
          <a:ext cx="11026592" cy="4768414"/>
        </p:xfrm>
        <a:graphic>
          <a:graphicData uri="http://schemas.openxmlformats.org/drawingml/2006/table">
            <a:tbl>
              <a:tblPr/>
              <a:tblGrid>
                <a:gridCol w="784212">
                  <a:extLst>
                    <a:ext uri="{9D8B030D-6E8A-4147-A177-3AD203B41FA5}">
                      <a16:colId xmlns:a16="http://schemas.microsoft.com/office/drawing/2014/main" val="4177275905"/>
                    </a:ext>
                  </a:extLst>
                </a:gridCol>
                <a:gridCol w="1638444">
                  <a:extLst>
                    <a:ext uri="{9D8B030D-6E8A-4147-A177-3AD203B41FA5}">
                      <a16:colId xmlns:a16="http://schemas.microsoft.com/office/drawing/2014/main" val="4124280983"/>
                    </a:ext>
                  </a:extLst>
                </a:gridCol>
                <a:gridCol w="537746">
                  <a:extLst>
                    <a:ext uri="{9D8B030D-6E8A-4147-A177-3AD203B41FA5}">
                      <a16:colId xmlns:a16="http://schemas.microsoft.com/office/drawing/2014/main" val="3851315561"/>
                    </a:ext>
                  </a:extLst>
                </a:gridCol>
                <a:gridCol w="537746">
                  <a:extLst>
                    <a:ext uri="{9D8B030D-6E8A-4147-A177-3AD203B41FA5}">
                      <a16:colId xmlns:a16="http://schemas.microsoft.com/office/drawing/2014/main" val="850124505"/>
                    </a:ext>
                  </a:extLst>
                </a:gridCol>
                <a:gridCol w="537746">
                  <a:extLst>
                    <a:ext uri="{9D8B030D-6E8A-4147-A177-3AD203B41FA5}">
                      <a16:colId xmlns:a16="http://schemas.microsoft.com/office/drawing/2014/main" val="3744512848"/>
                    </a:ext>
                  </a:extLst>
                </a:gridCol>
                <a:gridCol w="537746">
                  <a:extLst>
                    <a:ext uri="{9D8B030D-6E8A-4147-A177-3AD203B41FA5}">
                      <a16:colId xmlns:a16="http://schemas.microsoft.com/office/drawing/2014/main" val="899849130"/>
                    </a:ext>
                  </a:extLst>
                </a:gridCol>
                <a:gridCol w="537746">
                  <a:extLst>
                    <a:ext uri="{9D8B030D-6E8A-4147-A177-3AD203B41FA5}">
                      <a16:colId xmlns:a16="http://schemas.microsoft.com/office/drawing/2014/main" val="2926180992"/>
                    </a:ext>
                  </a:extLst>
                </a:gridCol>
                <a:gridCol w="537746">
                  <a:extLst>
                    <a:ext uri="{9D8B030D-6E8A-4147-A177-3AD203B41FA5}">
                      <a16:colId xmlns:a16="http://schemas.microsoft.com/office/drawing/2014/main" val="643144459"/>
                    </a:ext>
                  </a:extLst>
                </a:gridCol>
                <a:gridCol w="537746">
                  <a:extLst>
                    <a:ext uri="{9D8B030D-6E8A-4147-A177-3AD203B41FA5}">
                      <a16:colId xmlns:a16="http://schemas.microsoft.com/office/drawing/2014/main" val="3500215206"/>
                    </a:ext>
                  </a:extLst>
                </a:gridCol>
                <a:gridCol w="537746">
                  <a:extLst>
                    <a:ext uri="{9D8B030D-6E8A-4147-A177-3AD203B41FA5}">
                      <a16:colId xmlns:a16="http://schemas.microsoft.com/office/drawing/2014/main" val="2962120336"/>
                    </a:ext>
                  </a:extLst>
                </a:gridCol>
                <a:gridCol w="537746">
                  <a:extLst>
                    <a:ext uri="{9D8B030D-6E8A-4147-A177-3AD203B41FA5}">
                      <a16:colId xmlns:a16="http://schemas.microsoft.com/office/drawing/2014/main" val="783825381"/>
                    </a:ext>
                  </a:extLst>
                </a:gridCol>
                <a:gridCol w="537746">
                  <a:extLst>
                    <a:ext uri="{9D8B030D-6E8A-4147-A177-3AD203B41FA5}">
                      <a16:colId xmlns:a16="http://schemas.microsoft.com/office/drawing/2014/main" val="2480948533"/>
                    </a:ext>
                  </a:extLst>
                </a:gridCol>
                <a:gridCol w="537746">
                  <a:extLst>
                    <a:ext uri="{9D8B030D-6E8A-4147-A177-3AD203B41FA5}">
                      <a16:colId xmlns:a16="http://schemas.microsoft.com/office/drawing/2014/main" val="196200527"/>
                    </a:ext>
                  </a:extLst>
                </a:gridCol>
                <a:gridCol w="537746">
                  <a:extLst>
                    <a:ext uri="{9D8B030D-6E8A-4147-A177-3AD203B41FA5}">
                      <a16:colId xmlns:a16="http://schemas.microsoft.com/office/drawing/2014/main" val="3220343675"/>
                    </a:ext>
                  </a:extLst>
                </a:gridCol>
                <a:gridCol w="537746">
                  <a:extLst>
                    <a:ext uri="{9D8B030D-6E8A-4147-A177-3AD203B41FA5}">
                      <a16:colId xmlns:a16="http://schemas.microsoft.com/office/drawing/2014/main" val="3073793786"/>
                    </a:ext>
                  </a:extLst>
                </a:gridCol>
                <a:gridCol w="537746">
                  <a:extLst>
                    <a:ext uri="{9D8B030D-6E8A-4147-A177-3AD203B41FA5}">
                      <a16:colId xmlns:a16="http://schemas.microsoft.com/office/drawing/2014/main" val="2954398859"/>
                    </a:ext>
                  </a:extLst>
                </a:gridCol>
                <a:gridCol w="537746">
                  <a:extLst>
                    <a:ext uri="{9D8B030D-6E8A-4147-A177-3AD203B41FA5}">
                      <a16:colId xmlns:a16="http://schemas.microsoft.com/office/drawing/2014/main" val="2565796501"/>
                    </a:ext>
                  </a:extLst>
                </a:gridCol>
                <a:gridCol w="537746">
                  <a:extLst>
                    <a:ext uri="{9D8B030D-6E8A-4147-A177-3AD203B41FA5}">
                      <a16:colId xmlns:a16="http://schemas.microsoft.com/office/drawing/2014/main" val="3567356121"/>
                    </a:ext>
                  </a:extLst>
                </a:gridCol>
              </a:tblGrid>
              <a:tr h="268718">
                <a:tc rowSpan="2" gridSpan="2">
                  <a:txBody>
                    <a:bodyPr/>
                    <a:lstStyle/>
                    <a:p>
                      <a:pPr algn="ctr" fontAlgn="b">
                        <a:buNone/>
                      </a:pPr>
                      <a:r>
                        <a:rPr lang="en-US" sz="1100" b="1" i="0" u="none" strike="noStrike">
                          <a:solidFill>
                            <a:srgbClr val="000000"/>
                          </a:solidFill>
                          <a:effectLst/>
                          <a:latin typeface="Aptos Narrow" panose="020B0004020202020204" pitchFamily="34" charset="0"/>
                        </a:rPr>
                        <a:t>SFD vs TSN Operating Margin</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2023</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4747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dirty="0">
                          <a:solidFill>
                            <a:srgbClr val="FFFFFF"/>
                          </a:solidFill>
                          <a:effectLst/>
                          <a:latin typeface="Aptos Narrow" panose="020B0004020202020204" pitchFamily="34" charset="0"/>
                        </a:rPr>
                        <a:t>2024</a:t>
                      </a:r>
                    </a:p>
                  </a:txBody>
                  <a:tcPr marL="8015" marR="8015" marT="801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2025</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fontAlgn="ctr">
                        <a:buNone/>
                      </a:pPr>
                      <a:r>
                        <a:rPr lang="en-US" sz="1100" b="1" i="0" u="none" strike="noStrike">
                          <a:solidFill>
                            <a:srgbClr val="000000"/>
                          </a:solidFill>
                          <a:effectLst/>
                          <a:latin typeface="Aptos Narrow" panose="020B0004020202020204" pitchFamily="34" charset="0"/>
                        </a:rPr>
                        <a:t>T8Q</a:t>
                      </a:r>
                    </a:p>
                  </a:txBody>
                  <a:tcPr marL="8015" marR="8015" marT="801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066481642"/>
                  </a:ext>
                </a:extLst>
              </a:tr>
              <a:tr h="282153">
                <a:tc gridSpan="2" vMerge="1">
                  <a:txBody>
                    <a:bodyPr/>
                    <a:lstStyle/>
                    <a:p>
                      <a:endParaRPr lang="en-US"/>
                    </a:p>
                  </a:txBody>
                  <a:tcPr/>
                </a:tc>
                <a:tc hMerge="1" vMerge="1">
                  <a:txBody>
                    <a:bodyPr/>
                    <a:lstStyle/>
                    <a:p>
                      <a:endParaRPr lang="en-US"/>
                    </a:p>
                  </a:txBody>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 </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vMerge="1">
                  <a:txBody>
                    <a:bodyPr/>
                    <a:lstStyle/>
                    <a:p>
                      <a:endParaRPr lang="en-US"/>
                    </a:p>
                  </a:txBody>
                  <a:tcPr/>
                </a:tc>
                <a:extLst>
                  <a:ext uri="{0D108BD9-81ED-4DB2-BD59-A6C34878D82A}">
                    <a16:rowId xmlns:a16="http://schemas.microsoft.com/office/drawing/2014/main" val="4174115777"/>
                  </a:ext>
                </a:extLst>
              </a:tr>
              <a:tr h="295590">
                <a:tc rowSpan="3">
                  <a:txBody>
                    <a:bodyPr/>
                    <a:lstStyle/>
                    <a:p>
                      <a:pPr algn="ctr" fontAlgn="ctr">
                        <a:buNone/>
                      </a:pPr>
                      <a:r>
                        <a:rPr lang="en-US" sz="1100" b="1" i="0" u="none" strike="noStrike">
                          <a:solidFill>
                            <a:srgbClr val="000000"/>
                          </a:solidFill>
                          <a:effectLst/>
                          <a:latin typeface="Aptos Narrow" panose="020B0004020202020204" pitchFamily="34" charset="0"/>
                        </a:rPr>
                        <a:t>US Packaged Meats</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SFD</a:t>
                      </a:r>
                      <a:r>
                        <a:rPr lang="en-US" sz="1100" b="1" i="0" u="none" strike="noStrike" baseline="30000">
                          <a:solidFill>
                            <a:srgbClr val="FFFFFF"/>
                          </a:solidFill>
                          <a:effectLst/>
                          <a:latin typeface="Aptos Narrow" panose="020B0004020202020204" pitchFamily="34" charset="0"/>
                        </a:rPr>
                        <a:t>1</a:t>
                      </a:r>
                      <a:endParaRPr lang="en-US" sz="1100" b="1" i="0" u="none" strike="noStrike">
                        <a:solidFill>
                          <a:srgbClr val="FFFFFF"/>
                        </a:solidFill>
                        <a:effectLst/>
                        <a:latin typeface="Aptos Narrow" panose="020B0004020202020204" pitchFamily="34" charset="0"/>
                      </a:endParaRP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97132"/>
                    </a:solidFill>
                  </a:tcPr>
                </a:tc>
                <a:tc>
                  <a:txBody>
                    <a:bodyPr/>
                    <a:lstStyle/>
                    <a:p>
                      <a:pPr algn="r" fontAlgn="b">
                        <a:buNone/>
                      </a:pPr>
                      <a:r>
                        <a:rPr lang="en-US" sz="1100" b="0" i="0" u="none" strike="noStrike">
                          <a:solidFill>
                            <a:srgbClr val="000000"/>
                          </a:solidFill>
                          <a:effectLst/>
                          <a:latin typeface="Aptos Narrow" panose="020B0004020202020204" pitchFamily="34" charset="0"/>
                        </a:rPr>
                        <a:t>14.5%</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14.7%</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9.5%</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12.7%</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12.9%</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14.3%</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15.0%</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12.5%</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12.6%</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13.5%</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13.1%</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14.2%</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10.8%</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11.8%</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12.4%</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13.0%</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615694001"/>
                  </a:ext>
                </a:extLst>
              </a:tr>
              <a:tr h="268718">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2060"/>
                    </a:solidFill>
                  </a:tcPr>
                </a:tc>
                <a:tc>
                  <a:txBody>
                    <a:bodyPr/>
                    <a:lstStyle/>
                    <a:p>
                      <a:pPr algn="r" fontAlgn="b">
                        <a:buNone/>
                      </a:pPr>
                      <a:r>
                        <a:rPr lang="en-US" sz="1100" b="0" i="0" u="none" strike="noStrike">
                          <a:solidFill>
                            <a:srgbClr val="000000"/>
                          </a:solidFill>
                          <a:effectLst/>
                          <a:latin typeface="Aptos Narrow" panose="020B0004020202020204" pitchFamily="34" charset="0"/>
                        </a:rPr>
                        <a:t>10.4%</a:t>
                      </a:r>
                    </a:p>
                  </a:txBody>
                  <a:tcPr marL="8015" marR="8015" marT="8015" marB="0" anchor="b">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9.2%</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6.0%</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9.0%</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9.7%</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8.3%</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8.3%</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9.5%</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8.9%</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10.2%</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9.8%</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7.4%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9.2%</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9.1%</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295423578"/>
                  </a:ext>
                </a:extLst>
              </a:tr>
              <a:tr h="282153">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000000"/>
                          </a:solidFill>
                          <a:effectLst/>
                          <a:latin typeface="Aptos Narrow" panose="020B0004020202020204" pitchFamily="34" charset="0"/>
                        </a:rPr>
                        <a:t>13.9%</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9.5%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12.5%</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13.4%</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11.4%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12.4%</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13.7%</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13.3%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10.9%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12.5%</a:t>
                      </a:r>
                    </a:p>
                  </a:txBody>
                  <a:tcPr marL="8015" marR="8015" marT="801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06896002"/>
                  </a:ext>
                </a:extLst>
              </a:tr>
              <a:tr h="249908">
                <a:tc>
                  <a:txBody>
                    <a:bodyPr/>
                    <a:lstStyle/>
                    <a:p>
                      <a:pPr algn="ctr" fontAlgn="ctr">
                        <a:buNone/>
                      </a:pPr>
                      <a:endParaRPr lang="en-US" sz="1100" b="1" i="0" u="none" strike="noStrike">
                        <a:solidFill>
                          <a:srgbClr val="000000"/>
                        </a:solidFill>
                        <a:effectLst/>
                        <a:latin typeface="Aptos Narrow" panose="020B0004020202020204" pitchFamily="34" charset="0"/>
                      </a:endParaRPr>
                    </a:p>
                  </a:txBody>
                  <a:tcPr marL="8015" marR="8015" marT="801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1" i="0" u="none" strike="noStrike">
                        <a:solidFill>
                          <a:srgbClr val="FFFFFF"/>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30128512"/>
                  </a:ext>
                </a:extLst>
              </a:tr>
              <a:tr h="268718">
                <a:tc rowSpan="2">
                  <a:txBody>
                    <a:bodyPr/>
                    <a:lstStyle/>
                    <a:p>
                      <a:pPr algn="ctr" fontAlgn="ctr">
                        <a:buNone/>
                      </a:pPr>
                      <a:r>
                        <a:rPr lang="en-US" sz="1100" b="1" i="0" u="none" strike="noStrike">
                          <a:solidFill>
                            <a:srgbClr val="000000"/>
                          </a:solidFill>
                          <a:effectLst/>
                          <a:latin typeface="Aptos Narrow" panose="020B0004020202020204" pitchFamily="34" charset="0"/>
                        </a:rPr>
                        <a:t>Gap</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vs 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2060"/>
                    </a:solidFill>
                  </a:tcPr>
                </a:tc>
                <a:tc>
                  <a:txBody>
                    <a:bodyPr/>
                    <a:lstStyle/>
                    <a:p>
                      <a:pPr algn="r" fontAlgn="b">
                        <a:buNone/>
                      </a:pPr>
                      <a:r>
                        <a:rPr lang="en-US" sz="1100" b="0" i="0" u="none" strike="noStrike">
                          <a:solidFill>
                            <a:srgbClr val="006100"/>
                          </a:solidFill>
                          <a:effectLst/>
                          <a:latin typeface="Aptos Narrow" panose="020B0004020202020204" pitchFamily="34" charset="0"/>
                        </a:rPr>
                        <a:t>4.1%</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5.5%</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3.5%</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2.3%</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3.9%</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4.6%</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6.7%</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4.2%</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4.6%</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2.9%</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4.5%</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3.4%</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2.3%</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3.2%</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3.9%</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extLst>
                  <a:ext uri="{0D108BD9-81ED-4DB2-BD59-A6C34878D82A}">
                    <a16:rowId xmlns:a16="http://schemas.microsoft.com/office/drawing/2014/main" val="544466000"/>
                  </a:ext>
                </a:extLst>
              </a:tr>
              <a:tr h="282153">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vs 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006100"/>
                          </a:solidFill>
                          <a:effectLst/>
                          <a:latin typeface="Aptos Narrow" panose="020B0004020202020204" pitchFamily="34" charset="0"/>
                        </a:rPr>
                        <a:t>0.6%</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0.4%</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0.8%</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1.1%</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-0.6%</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1.0%</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-0.2%</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0.4%</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FCE"/>
                    </a:solidFill>
                  </a:tcPr>
                </a:tc>
                <a:extLst>
                  <a:ext uri="{0D108BD9-81ED-4DB2-BD59-A6C34878D82A}">
                    <a16:rowId xmlns:a16="http://schemas.microsoft.com/office/drawing/2014/main" val="4034156219"/>
                  </a:ext>
                </a:extLst>
              </a:tr>
              <a:tr h="249908">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8719869"/>
                  </a:ext>
                </a:extLst>
              </a:tr>
              <a:tr h="268718">
                <a:tc rowSpan="2" gridSpan="2">
                  <a:txBody>
                    <a:bodyPr/>
                    <a:lstStyle/>
                    <a:p>
                      <a:pPr algn="ctr" fontAlgn="b">
                        <a:buNone/>
                      </a:pPr>
                      <a:r>
                        <a:rPr lang="nl-NL" sz="1100" b="1" i="0" u="none" strike="noStrike">
                          <a:solidFill>
                            <a:srgbClr val="000000"/>
                          </a:solidFill>
                          <a:effectLst/>
                          <a:latin typeface="Aptos Narrow" panose="020B0004020202020204" pitchFamily="34" charset="0"/>
                        </a:rPr>
                        <a:t>SFD vs TSN OP/cwt</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hMerge="1">
                  <a:txBody>
                    <a:bodyPr/>
                    <a:lstStyle/>
                    <a:p>
                      <a:endParaRPr lang="en-US"/>
                    </a:p>
                  </a:txBody>
                  <a:tcPr/>
                </a:tc>
                <a:tc gridSpan="5">
                  <a:txBody>
                    <a:bodyPr/>
                    <a:lstStyle/>
                    <a:p>
                      <a:pPr algn="ctr" fontAlgn="b">
                        <a:buNone/>
                      </a:pPr>
                      <a:r>
                        <a:rPr lang="en-US" sz="1100" b="1" i="0" u="none" strike="noStrike" dirty="0">
                          <a:solidFill>
                            <a:srgbClr val="FFFFFF"/>
                          </a:solidFill>
                          <a:effectLst/>
                          <a:latin typeface="Aptos Narrow" panose="020B0004020202020204" pitchFamily="34" charset="0"/>
                        </a:rPr>
                        <a:t>2023</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4747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2024</a:t>
                      </a:r>
                    </a:p>
                  </a:txBody>
                  <a:tcPr marL="8015" marR="8015" marT="801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ctr" fontAlgn="b">
                        <a:buNone/>
                      </a:pPr>
                      <a:r>
                        <a:rPr lang="en-US" sz="1100" b="1" i="0" u="none" strike="noStrike">
                          <a:solidFill>
                            <a:srgbClr val="FFFFFF"/>
                          </a:solidFill>
                          <a:effectLst/>
                          <a:latin typeface="Aptos Narrow" panose="020B0004020202020204" pitchFamily="34" charset="0"/>
                        </a:rPr>
                        <a:t>2025</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ctr" fontAlgn="ctr">
                        <a:buNone/>
                      </a:pPr>
                      <a:r>
                        <a:rPr lang="en-US" sz="1100" b="1" i="0" u="none" strike="noStrike">
                          <a:solidFill>
                            <a:srgbClr val="000000"/>
                          </a:solidFill>
                          <a:effectLst/>
                          <a:latin typeface="Aptos Narrow" panose="020B0004020202020204" pitchFamily="34" charset="0"/>
                        </a:rPr>
                        <a:t>T8Q</a:t>
                      </a:r>
                    </a:p>
                  </a:txBody>
                  <a:tcPr marL="8015" marR="8015" marT="801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462522645"/>
                  </a:ext>
                </a:extLst>
              </a:tr>
              <a:tr h="282153">
                <a:tc gridSpan="2" vMerge="1">
                  <a:txBody>
                    <a:bodyPr/>
                    <a:lstStyle/>
                    <a:p>
                      <a:endParaRPr lang="en-US"/>
                    </a:p>
                  </a:txBody>
                  <a:tcPr/>
                </a:tc>
                <a:tc hMerge="1" vMerge="1">
                  <a:txBody>
                    <a:bodyPr/>
                    <a:lstStyle/>
                    <a:p>
                      <a:endParaRPr lang="en-US"/>
                    </a:p>
                  </a:txBody>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Q1 </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Q2</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Q3</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Q4</a:t>
                      </a:r>
                    </a:p>
                  </a:txBody>
                  <a:tcPr marL="8015" marR="8015" marT="80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0" i="0" u="none" strike="noStrike">
                          <a:solidFill>
                            <a:srgbClr val="000000"/>
                          </a:solidFill>
                          <a:effectLst/>
                          <a:latin typeface="Aptos Narrow" panose="020B0004020202020204" pitchFamily="34" charset="0"/>
                        </a:rPr>
                        <a:t>FY</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vMerge="1">
                  <a:txBody>
                    <a:bodyPr/>
                    <a:lstStyle/>
                    <a:p>
                      <a:endParaRPr lang="en-US"/>
                    </a:p>
                  </a:txBody>
                  <a:tcPr/>
                </a:tc>
                <a:extLst>
                  <a:ext uri="{0D108BD9-81ED-4DB2-BD59-A6C34878D82A}">
                    <a16:rowId xmlns:a16="http://schemas.microsoft.com/office/drawing/2014/main" val="4004377625"/>
                  </a:ext>
                </a:extLst>
              </a:tr>
              <a:tr h="295590">
                <a:tc rowSpan="3">
                  <a:txBody>
                    <a:bodyPr/>
                    <a:lstStyle/>
                    <a:p>
                      <a:pPr algn="ctr" fontAlgn="ctr">
                        <a:buNone/>
                      </a:pPr>
                      <a:r>
                        <a:rPr lang="en-US" sz="1100" b="1" i="0" u="none" strike="noStrike">
                          <a:solidFill>
                            <a:srgbClr val="000000"/>
                          </a:solidFill>
                          <a:effectLst/>
                          <a:latin typeface="Aptos Narrow" panose="020B0004020202020204" pitchFamily="34" charset="0"/>
                        </a:rPr>
                        <a:t>US Packaged Meats</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SFD</a:t>
                      </a:r>
                      <a:r>
                        <a:rPr lang="en-US" sz="1100" b="1" i="0" u="none" strike="noStrike" baseline="30000">
                          <a:solidFill>
                            <a:srgbClr val="FFFFFF"/>
                          </a:solidFill>
                          <a:effectLst/>
                          <a:latin typeface="Aptos Narrow" panose="020B0004020202020204" pitchFamily="34" charset="0"/>
                        </a:rPr>
                        <a:t>1</a:t>
                      </a:r>
                      <a:endParaRPr lang="en-US" sz="1100" b="1" i="0" u="none" strike="noStrike">
                        <a:solidFill>
                          <a:srgbClr val="FFFFFF"/>
                        </a:solidFill>
                        <a:effectLst/>
                        <a:latin typeface="Aptos Narrow" panose="020B0004020202020204" pitchFamily="34" charset="0"/>
                      </a:endParaRP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97132"/>
                    </a:solidFill>
                  </a:tcPr>
                </a:tc>
                <a:tc>
                  <a:txBody>
                    <a:bodyPr/>
                    <a:lstStyle/>
                    <a:p>
                      <a:pPr algn="r" fontAlgn="b">
                        <a:buNone/>
                      </a:pPr>
                      <a:r>
                        <a:rPr lang="en-US" sz="1100" b="0" i="0" u="none" strike="noStrike">
                          <a:solidFill>
                            <a:srgbClr val="000000"/>
                          </a:solidFill>
                          <a:effectLst/>
                          <a:latin typeface="Aptos Narrow" panose="020B0004020202020204" pitchFamily="34" charset="0"/>
                        </a:rPr>
                        <a:t>$40.83</a:t>
                      </a:r>
                    </a:p>
                  </a:txBody>
                  <a:tcPr marL="8015" marR="8015" marT="801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$41.97</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$28.80</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$35.06</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$36.71</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$40.25</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$45.86</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$38.31</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$35.90</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$39.76</a:t>
                      </a:r>
                    </a:p>
                  </a:txBody>
                  <a:tcPr marL="8015" marR="8015" marT="80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$39.07</a:t>
                      </a:r>
                    </a:p>
                  </a:txBody>
                  <a:tcPr marL="8015" marR="8015" marT="80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$44.54</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$36.17</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$35.33</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$32.48</a:t>
                      </a:r>
                    </a:p>
                  </a:txBody>
                  <a:tcPr marL="8015" marR="8015" marT="801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$39.18</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26506759"/>
                  </a:ext>
                </a:extLst>
              </a:tr>
              <a:tr h="268718">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002060"/>
                    </a:solidFill>
                  </a:tcPr>
                </a:tc>
                <a:tc>
                  <a:txBody>
                    <a:bodyPr/>
                    <a:lstStyle/>
                    <a:p>
                      <a:pPr algn="r" fontAlgn="b">
                        <a:buNone/>
                      </a:pPr>
                      <a:r>
                        <a:rPr lang="en-US" sz="1100" b="0" i="0" u="none" strike="noStrike">
                          <a:solidFill>
                            <a:srgbClr val="000000"/>
                          </a:solidFill>
                          <a:effectLst/>
                          <a:latin typeface="Aptos Narrow" panose="020B0004020202020204" pitchFamily="34" charset="0"/>
                        </a:rPr>
                        <a:t>$30.48</a:t>
                      </a:r>
                    </a:p>
                  </a:txBody>
                  <a:tcPr marL="8015" marR="8015" marT="8015" marB="0" anchor="b">
                    <a:lnL w="1270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$26.38</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$17.59</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$29.55</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$25.99</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$27.99</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$23.86</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$24.22</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$27.06</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$25.78</a:t>
                      </a:r>
                    </a:p>
                  </a:txBody>
                  <a:tcPr marL="8015" marR="8015" marT="8015"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$30.09</a:t>
                      </a:r>
                    </a:p>
                  </a:txBody>
                  <a:tcPr marL="8015" marR="8015" marT="801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$29.59</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$22.39</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$29.14</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$27.79</a:t>
                      </a:r>
                    </a:p>
                  </a:txBody>
                  <a:tcPr marL="8015" marR="8015" marT="8015" marB="0" anchor="b">
                    <a:lnL>
                      <a:noFill/>
                    </a:lnL>
                    <a:lnR>
                      <a:noFill/>
                    </a:lnR>
                    <a:lnT>
                      <a:noFill/>
                    </a:lnT>
                    <a:lnB>
                      <a:noFill/>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$26.77</a:t>
                      </a:r>
                    </a:p>
                  </a:txBody>
                  <a:tcPr marL="8015" marR="8015" marT="8015"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02782484"/>
                  </a:ext>
                </a:extLst>
              </a:tr>
              <a:tr h="282153">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000000"/>
                          </a:solidFill>
                          <a:effectLst/>
                          <a:latin typeface="Aptos Narrow" panose="020B0004020202020204" pitchFamily="34" charset="0"/>
                        </a:rPr>
                        <a:t>$40.64</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$36.33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$27.72</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$39.51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$36.04</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$38.80</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$33.97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$33.43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$37.23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$35.85</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$40.58</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$40.18</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$32.94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$39.01</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$38.15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r" fontAlgn="b">
                        <a:buNone/>
                      </a:pPr>
                      <a:r>
                        <a:rPr lang="en-US" sz="1100" b="0" i="0" u="none" strike="noStrike">
                          <a:solidFill>
                            <a:srgbClr val="000000"/>
                          </a:solidFill>
                          <a:effectLst/>
                          <a:latin typeface="Aptos Narrow" panose="020B0004020202020204" pitchFamily="34" charset="0"/>
                        </a:rPr>
                        <a:t>$36.99</a:t>
                      </a:r>
                    </a:p>
                  </a:txBody>
                  <a:tcPr marL="8015" marR="8015" marT="801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1477262"/>
                  </a:ext>
                </a:extLst>
              </a:tr>
              <a:tr h="249908">
                <a:tc>
                  <a:txBody>
                    <a:bodyPr/>
                    <a:lstStyle/>
                    <a:p>
                      <a:pPr algn="ctr" fontAlgn="ctr">
                        <a:buNone/>
                      </a:pPr>
                      <a:endParaRPr lang="en-US" sz="1100" b="1" i="0" u="none" strike="noStrike">
                        <a:solidFill>
                          <a:srgbClr val="000000"/>
                        </a:solidFill>
                        <a:effectLst/>
                        <a:latin typeface="Aptos Narrow" panose="020B0004020202020204" pitchFamily="34" charset="0"/>
                      </a:endParaRPr>
                    </a:p>
                  </a:txBody>
                  <a:tcPr marL="8015" marR="8015" marT="801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1" i="0" u="none" strike="noStrike">
                        <a:solidFill>
                          <a:srgbClr val="FFFFFF"/>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8015" marR="8015" marT="801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417022"/>
                  </a:ext>
                </a:extLst>
              </a:tr>
              <a:tr h="268718">
                <a:tc rowSpan="2">
                  <a:txBody>
                    <a:bodyPr/>
                    <a:lstStyle/>
                    <a:p>
                      <a:pPr algn="ctr" fontAlgn="ctr">
                        <a:buNone/>
                      </a:pPr>
                      <a:r>
                        <a:rPr lang="en-US" sz="1100" b="1" i="0" u="none" strike="noStrike">
                          <a:solidFill>
                            <a:srgbClr val="000000"/>
                          </a:solidFill>
                          <a:effectLst/>
                          <a:latin typeface="Aptos Narrow" panose="020B0004020202020204" pitchFamily="34" charset="0"/>
                        </a:rPr>
                        <a:t>Gap</a:t>
                      </a:r>
                    </a:p>
                  </a:txBody>
                  <a:tcPr marL="8015" marR="8015" marT="80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1" i="0" u="none" strike="noStrike">
                          <a:solidFill>
                            <a:srgbClr val="FFFFFF"/>
                          </a:solidFill>
                          <a:effectLst/>
                          <a:latin typeface="Aptos Narrow" panose="020B0004020202020204" pitchFamily="34" charset="0"/>
                        </a:rPr>
                        <a:t>vs TSN Old (w/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002060"/>
                    </a:solidFill>
                  </a:tcPr>
                </a:tc>
                <a:tc>
                  <a:txBody>
                    <a:bodyPr/>
                    <a:lstStyle/>
                    <a:p>
                      <a:pPr algn="r" fontAlgn="b">
                        <a:buNone/>
                      </a:pPr>
                      <a:r>
                        <a:rPr lang="en-US" sz="1100" b="0" i="0" u="none" strike="noStrike">
                          <a:solidFill>
                            <a:srgbClr val="006100"/>
                          </a:solidFill>
                          <a:effectLst/>
                          <a:latin typeface="Aptos Narrow" panose="020B0004020202020204" pitchFamily="34" charset="0"/>
                        </a:rPr>
                        <a:t>$10.34</a:t>
                      </a:r>
                    </a:p>
                  </a:txBody>
                  <a:tcPr marL="8015" marR="8015" marT="801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$15.59</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$11.21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$5.51</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$10.72</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$12.27</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$22.00</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$14.09</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$8.84</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$13.99</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$8.98</a:t>
                      </a:r>
                    </a:p>
                  </a:txBody>
                  <a:tcPr marL="8015" marR="8015" marT="801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$14.94</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$13.78</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$6.19</a:t>
                      </a:r>
                    </a:p>
                  </a:txBody>
                  <a:tcPr marL="8015" marR="8015" marT="8015" marB="0" anchor="b">
                    <a:lnL>
                      <a:noFill/>
                    </a:lnL>
                    <a:lnR>
                      <a:noFill/>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$4.69</a:t>
                      </a:r>
                    </a:p>
                  </a:txBody>
                  <a:tcPr marL="8015" marR="8015" marT="8015"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$12.40</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6EFCE"/>
                    </a:solidFill>
                  </a:tcPr>
                </a:tc>
                <a:extLst>
                  <a:ext uri="{0D108BD9-81ED-4DB2-BD59-A6C34878D82A}">
                    <a16:rowId xmlns:a16="http://schemas.microsoft.com/office/drawing/2014/main" val="714254063"/>
                  </a:ext>
                </a:extLst>
              </a:tr>
              <a:tr h="282153">
                <a:tc vMerge="1">
                  <a:txBody>
                    <a:bodyPr/>
                    <a:lstStyle/>
                    <a:p>
                      <a:endParaRPr lang="en-US"/>
                    </a:p>
                  </a:txBody>
                  <a:tcPr/>
                </a:tc>
                <a:tc>
                  <a:txBody>
                    <a:bodyPr/>
                    <a:lstStyle/>
                    <a:p>
                      <a:pPr algn="l" fontAlgn="b">
                        <a:buNone/>
                      </a:pPr>
                      <a:r>
                        <a:rPr lang="en-US" sz="1100" b="1" i="0" u="none" strike="noStrike">
                          <a:solidFill>
                            <a:srgbClr val="FFFFFF"/>
                          </a:solidFill>
                          <a:effectLst/>
                          <a:latin typeface="Aptos Narrow" panose="020B0004020202020204" pitchFamily="34" charset="0"/>
                        </a:rPr>
                        <a:t>vs TSN New (w/o Corp. Alloc.)</a:t>
                      </a:r>
                    </a:p>
                  </a:txBody>
                  <a:tcPr marL="8015" marR="8015" marT="80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196B24"/>
                    </a:solidFill>
                  </a:tcPr>
                </a:tc>
                <a:tc>
                  <a:txBody>
                    <a:bodyPr/>
                    <a:lstStyle/>
                    <a:p>
                      <a:pPr algn="r" fontAlgn="b">
                        <a:buNone/>
                      </a:pPr>
                      <a:r>
                        <a:rPr lang="en-US" sz="1100" b="0" i="0" u="none" strike="noStrike">
                          <a:solidFill>
                            <a:srgbClr val="006100"/>
                          </a:solidFill>
                          <a:effectLst/>
                          <a:latin typeface="Aptos Narrow" panose="020B0004020202020204" pitchFamily="34" charset="0"/>
                        </a:rPr>
                        <a:t>$0.18</a:t>
                      </a:r>
                    </a:p>
                  </a:txBody>
                  <a:tcPr marL="8015" marR="8015" marT="801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$5.64</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$1.08</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-$4.45</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$0.67</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$1.45</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$11.89</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$4.88</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-$1.33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$3.91</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-$1.50</a:t>
                      </a:r>
                    </a:p>
                  </a:txBody>
                  <a:tcPr marL="8015" marR="8015" marT="801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006100"/>
                          </a:solidFill>
                          <a:effectLst/>
                          <a:latin typeface="Aptos Narrow" panose="020B0004020202020204" pitchFamily="34" charset="0"/>
                        </a:rPr>
                        <a:t>$4.36</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006100"/>
                          </a:solidFill>
                          <a:effectLst/>
                          <a:latin typeface="Aptos Narrow" panose="020B0004020202020204" pitchFamily="34" charset="0"/>
                        </a:rPr>
                        <a:t>$3.23</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buNone/>
                      </a:pPr>
                      <a:r>
                        <a:rPr lang="en-US" sz="1100" b="0" i="0" u="none" strike="noStrike">
                          <a:solidFill>
                            <a:srgbClr val="9C0006"/>
                          </a:solidFill>
                          <a:effectLst/>
                          <a:latin typeface="Aptos Narrow" panose="020B0004020202020204" pitchFamily="34" charset="0"/>
                        </a:rPr>
                        <a:t>-$3.67</a:t>
                      </a:r>
                    </a:p>
                  </a:txBody>
                  <a:tcPr marL="8015" marR="8015" marT="8015" marB="0" anchor="b">
                    <a:lnL>
                      <a:noFill/>
                    </a:lnL>
                    <a:lnR>
                      <a:noFill/>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a:solidFill>
                            <a:srgbClr val="9C0006"/>
                          </a:solidFill>
                          <a:effectLst/>
                          <a:latin typeface="Aptos Narrow" panose="020B0004020202020204" pitchFamily="34" charset="0"/>
                        </a:rPr>
                        <a:t>-$5.67</a:t>
                      </a:r>
                    </a:p>
                  </a:txBody>
                  <a:tcPr marL="8015" marR="8015" marT="8015"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buNone/>
                      </a:pPr>
                      <a:r>
                        <a:rPr lang="en-US" sz="1100" b="0" i="0" u="none" strike="noStrike" dirty="0">
                          <a:solidFill>
                            <a:srgbClr val="006100"/>
                          </a:solidFill>
                          <a:effectLst/>
                          <a:latin typeface="Aptos Narrow" panose="020B0004020202020204" pitchFamily="34" charset="0"/>
                        </a:rPr>
                        <a:t>$2.18</a:t>
                      </a:r>
                    </a:p>
                  </a:txBody>
                  <a:tcPr marL="8015" marR="8015" marT="80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FCE"/>
                    </a:solidFill>
                  </a:tcPr>
                </a:tc>
                <a:extLst>
                  <a:ext uri="{0D108BD9-81ED-4DB2-BD59-A6C34878D82A}">
                    <a16:rowId xmlns:a16="http://schemas.microsoft.com/office/drawing/2014/main" val="1272421020"/>
                  </a:ext>
                </a:extLst>
              </a:tr>
            </a:tbl>
          </a:graphicData>
        </a:graphic>
      </p:graphicFrame>
      <p:sp>
        <p:nvSpPr>
          <p:cNvPr id="4" name="Title 3">
            <a:extLst>
              <a:ext uri="{FF2B5EF4-FFF2-40B4-BE49-F238E27FC236}">
                <a16:creationId xmlns:a16="http://schemas.microsoft.com/office/drawing/2014/main" id="{8A11E05C-A49F-F5DB-831F-5E87BEA0D46A}"/>
              </a:ext>
            </a:extLst>
          </p:cNvPr>
          <p:cNvSpPr>
            <a:spLocks noGrp="1"/>
          </p:cNvSpPr>
          <p:nvPr>
            <p:ph type="title"/>
          </p:nvPr>
        </p:nvSpPr>
        <p:spPr>
          <a:xfrm>
            <a:off x="575835" y="488046"/>
            <a:ext cx="11026589" cy="716646"/>
          </a:xfrm>
        </p:spPr>
        <p:txBody>
          <a:bodyPr>
            <a:normAutofit/>
          </a:bodyPr>
          <a:lstStyle/>
          <a:p>
            <a:r>
              <a:rPr lang="en-US" sz="2900" dirty="0"/>
              <a:t>Packaged Meats vs. Tyson Prepared Foods Profit Trend</a:t>
            </a:r>
            <a:r>
              <a:rPr lang="en-US" sz="2900" baseline="30000" dirty="0"/>
              <a:t>1</a:t>
            </a:r>
            <a:endParaRPr lang="en-US" sz="2900" baseline="30000" dirty="0">
              <a:solidFill>
                <a:schemeClr val="tx1"/>
              </a:solidFill>
              <a:latin typeface="+mj-lt"/>
            </a:endParaRPr>
          </a:p>
        </p:txBody>
      </p:sp>
      <p:sp>
        <p:nvSpPr>
          <p:cNvPr id="9" name="Text Placeholder 4">
            <a:extLst>
              <a:ext uri="{FF2B5EF4-FFF2-40B4-BE49-F238E27FC236}">
                <a16:creationId xmlns:a16="http://schemas.microsoft.com/office/drawing/2014/main" id="{69AA9C32-A2EB-1BDC-1C95-33FB2CCB6953}"/>
              </a:ext>
            </a:extLst>
          </p:cNvPr>
          <p:cNvSpPr txBox="1">
            <a:spLocks/>
          </p:cNvSpPr>
          <p:nvPr/>
        </p:nvSpPr>
        <p:spPr>
          <a:xfrm>
            <a:off x="589576" y="1052249"/>
            <a:ext cx="10972800" cy="52912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2"/>
              </a:buClr>
              <a:buFontTx/>
              <a:buNone/>
              <a:tabLst/>
              <a:defRPr sz="1800" kern="1200">
                <a:solidFill>
                  <a:srgbClr val="3C464D"/>
                </a:solidFill>
                <a:latin typeface="Arial" panose="020B0604020202020204" pitchFamily="34" charset="0"/>
                <a:ea typeface="+mn-ea"/>
                <a:cs typeface="Arial" panose="020B0604020202020204" pitchFamily="34" charset="0"/>
              </a:defRPr>
            </a:lvl1pPr>
            <a:lvl2pPr marL="693738" indent="-236538" algn="l" defTabSz="914400" rtl="0" eaLnBrk="1" latinLnBrk="0" hangingPunct="1">
              <a:lnSpc>
                <a:spcPct val="90000"/>
              </a:lnSpc>
              <a:spcBef>
                <a:spcPts val="500"/>
              </a:spcBef>
              <a:buClr>
                <a:schemeClr val="accent2"/>
              </a:buClr>
              <a:buFont typeface="System Font Regular"/>
              <a:buChar char="-"/>
              <a:tabLst/>
              <a:defRPr sz="1400" kern="1200">
                <a:solidFill>
                  <a:srgbClr val="3C464D"/>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2"/>
              </a:buClr>
              <a:buFont typeface="Courier New" panose="02070309020205020404" pitchFamily="49" charset="0"/>
              <a:buChar char="o"/>
              <a:defRPr sz="1400" kern="1200">
                <a:solidFill>
                  <a:srgbClr val="3C464D"/>
                </a:solidFill>
                <a:latin typeface="Arial" panose="020B0604020202020204" pitchFamily="34" charset="0"/>
                <a:ea typeface="+mn-ea"/>
                <a:cs typeface="Arial" panose="020B0604020202020204" pitchFamily="34" charset="0"/>
              </a:defRPr>
            </a:lvl3pPr>
            <a:lvl4pPr marL="1549400" indent="-177800" algn="l" defTabSz="914400" rtl="0" eaLnBrk="1" latinLnBrk="0" hangingPunct="1">
              <a:lnSpc>
                <a:spcPct val="90000"/>
              </a:lnSpc>
              <a:spcBef>
                <a:spcPts val="500"/>
              </a:spcBef>
              <a:buClr>
                <a:schemeClr val="accent2"/>
              </a:buClr>
              <a:buFont typeface="Wingdings" pitchFamily="2" charset="2"/>
              <a:buChar char="§"/>
              <a:tabLst/>
              <a:defRPr sz="1400" kern="1200">
                <a:solidFill>
                  <a:srgbClr val="3C464D"/>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Clr>
                <a:schemeClr val="accent2"/>
              </a:buClr>
              <a:buFont typeface="Arial" panose="020B0604020202020204" pitchFamily="34" charset="0"/>
              <a:buChar char="•"/>
              <a:tabLst/>
              <a:defRPr sz="1400" kern="1200">
                <a:solidFill>
                  <a:srgbClr val="3C464D"/>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7395"/>
              </a:buClr>
              <a:defRPr/>
            </a:pPr>
            <a:r>
              <a:rPr lang="en-US" sz="1400" dirty="0"/>
              <a:t>After adjusting for Tyson’s new methodology, US Packaged Meats outperformed Tyson in 7 of the last 12 quarters as opposed to outperforming in all quarters prior to the change.    </a:t>
            </a:r>
          </a:p>
        </p:txBody>
      </p:sp>
      <p:sp>
        <p:nvSpPr>
          <p:cNvPr id="13" name="TextBox 12">
            <a:extLst>
              <a:ext uri="{FF2B5EF4-FFF2-40B4-BE49-F238E27FC236}">
                <a16:creationId xmlns:a16="http://schemas.microsoft.com/office/drawing/2014/main" id="{334FD13A-92F7-C399-7A50-2B866068F69B}"/>
              </a:ext>
            </a:extLst>
          </p:cNvPr>
          <p:cNvSpPr txBox="1"/>
          <p:nvPr/>
        </p:nvSpPr>
        <p:spPr>
          <a:xfrm>
            <a:off x="582704" y="6492238"/>
            <a:ext cx="11602424" cy="215444"/>
          </a:xfrm>
          <a:prstGeom prst="rect">
            <a:avLst/>
          </a:prstGeom>
          <a:noFill/>
        </p:spPr>
        <p:txBody>
          <a:bodyPr wrap="square" rtlCol="0">
            <a:spAutoFit/>
          </a:bodyPr>
          <a:lstStyle/>
          <a:p>
            <a:r>
              <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rPr>
              <a:t>1: Smithfield results are adjusted segment profit, which exclude the favorability from the ERC, and is in-line with Non-GAAP results for external reporting. If included, US Packaged Meats margins would be 14.5% ($45.3/cwt) and 17.0% ($51.9/cwt), respectively.   </a:t>
            </a:r>
          </a:p>
        </p:txBody>
      </p:sp>
      <p:sp>
        <p:nvSpPr>
          <p:cNvPr id="8" name="Rectangle 7">
            <a:extLst>
              <a:ext uri="{FF2B5EF4-FFF2-40B4-BE49-F238E27FC236}">
                <a16:creationId xmlns:a16="http://schemas.microsoft.com/office/drawing/2014/main" id="{2E7938AE-D532-36A8-F153-A90FB86D77AF}"/>
              </a:ext>
            </a:extLst>
          </p:cNvPr>
          <p:cNvSpPr/>
          <p:nvPr/>
        </p:nvSpPr>
        <p:spPr>
          <a:xfrm>
            <a:off x="4604085" y="3268083"/>
            <a:ext cx="584653"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C1D9211-5F68-AFF8-4FCD-4752619BB3C9}"/>
              </a:ext>
            </a:extLst>
          </p:cNvPr>
          <p:cNvSpPr/>
          <p:nvPr/>
        </p:nvSpPr>
        <p:spPr>
          <a:xfrm>
            <a:off x="7277033" y="3238065"/>
            <a:ext cx="584653"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B80E28-8935-26BD-9F02-5959B3EA6376}"/>
              </a:ext>
            </a:extLst>
          </p:cNvPr>
          <p:cNvSpPr/>
          <p:nvPr/>
        </p:nvSpPr>
        <p:spPr>
          <a:xfrm>
            <a:off x="8351695" y="3268083"/>
            <a:ext cx="584653"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BDBCDC7-F80B-F764-50E7-C1C0FD6DBB09}"/>
              </a:ext>
            </a:extLst>
          </p:cNvPr>
          <p:cNvSpPr/>
          <p:nvPr/>
        </p:nvSpPr>
        <p:spPr>
          <a:xfrm>
            <a:off x="9448800" y="3268084"/>
            <a:ext cx="1648044"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E35F6F2-3C04-11FE-8653-0FB42CCE9279}"/>
              </a:ext>
            </a:extLst>
          </p:cNvPr>
          <p:cNvSpPr/>
          <p:nvPr/>
        </p:nvSpPr>
        <p:spPr>
          <a:xfrm>
            <a:off x="4604084" y="5805751"/>
            <a:ext cx="584653"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FA28C5D-82AB-45A9-991B-32654843E84C}"/>
              </a:ext>
            </a:extLst>
          </p:cNvPr>
          <p:cNvSpPr/>
          <p:nvPr/>
        </p:nvSpPr>
        <p:spPr>
          <a:xfrm>
            <a:off x="7277033" y="5804246"/>
            <a:ext cx="584653"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1E7B641-F5F7-29CE-1838-BDF6DAD24C67}"/>
              </a:ext>
            </a:extLst>
          </p:cNvPr>
          <p:cNvSpPr/>
          <p:nvPr/>
        </p:nvSpPr>
        <p:spPr>
          <a:xfrm>
            <a:off x="8378189" y="5802741"/>
            <a:ext cx="584653"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C36349-08F5-A339-DC80-D9088B16321B}"/>
              </a:ext>
            </a:extLst>
          </p:cNvPr>
          <p:cNvSpPr/>
          <p:nvPr/>
        </p:nvSpPr>
        <p:spPr>
          <a:xfrm>
            <a:off x="9949982" y="5801815"/>
            <a:ext cx="1146862" cy="65237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338904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Theme">
  <a:themeElements>
    <a:clrScheme name="Smithfield 1">
      <a:dk1>
        <a:srgbClr val="3A444D"/>
      </a:dk1>
      <a:lt1>
        <a:srgbClr val="FFFFFF"/>
      </a:lt1>
      <a:dk2>
        <a:srgbClr val="3A444D"/>
      </a:dk2>
      <a:lt2>
        <a:srgbClr val="FFFFFF"/>
      </a:lt2>
      <a:accent1>
        <a:srgbClr val="D15D13"/>
      </a:accent1>
      <a:accent2>
        <a:srgbClr val="007395"/>
      </a:accent2>
      <a:accent3>
        <a:srgbClr val="F2A701"/>
      </a:accent3>
      <a:accent4>
        <a:srgbClr val="5FA50D"/>
      </a:accent4>
      <a:accent5>
        <a:srgbClr val="00376E"/>
      </a:accent5>
      <a:accent6>
        <a:srgbClr val="4097CA"/>
      </a:accent6>
      <a:hlink>
        <a:srgbClr val="D15D13"/>
      </a:hlink>
      <a:folHlink>
        <a:srgbClr val="3B454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708760D6-BABA-4C17-A23F-E91F3F789467}" vid="{404DFAC2-46EE-4F07-9C43-FAC21254323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2e65969-a275-451e-983b-5f786f94244c">
      <Terms xmlns="http://schemas.microsoft.com/office/infopath/2007/PartnerControls"/>
    </lcf76f155ced4ddcb4097134ff3c332f>
    <TaxCatchAll xmlns="a0f6e51f-e14f-46c3-9e2d-f46a58ac5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78B8658EADCB24FB3AB2345C099C873" ma:contentTypeVersion="18" ma:contentTypeDescription="Create a new document." ma:contentTypeScope="" ma:versionID="d21192ab0349892260ce7c749ac68554">
  <xsd:schema xmlns:xsd="http://www.w3.org/2001/XMLSchema" xmlns:xs="http://www.w3.org/2001/XMLSchema" xmlns:p="http://schemas.microsoft.com/office/2006/metadata/properties" xmlns:ns2="02e65969-a275-451e-983b-5f786f94244c" xmlns:ns3="a0f6e51f-e14f-46c3-9e2d-f46a58ac5036" targetNamespace="http://schemas.microsoft.com/office/2006/metadata/properties" ma:root="true" ma:fieldsID="2e09bfb882a96281d6f867f917bd8a87" ns2:_="" ns3:_="">
    <xsd:import namespace="02e65969-a275-451e-983b-5f786f94244c"/>
    <xsd:import namespace="a0f6e51f-e14f-46c3-9e2d-f46a58ac503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DateTaken"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e65969-a275-451e-983b-5f786f9424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bf55408c-0d0f-47c9-952d-fbf884126691"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f6e51f-e14f-46c3-9e2d-f46a58ac503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2b20cc4-e86e-4925-a1e9-6e881144f081}" ma:internalName="TaxCatchAll" ma:showField="CatchAllData" ma:web="a0f6e51f-e14f-46c3-9e2d-f46a58ac503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Application xmlns="http://www.sap.com/cof/powerpoint/application">
  <Version>2</Version>
  <Revision>2.4.3.69599</Revision>
</Application>
</file>

<file path=customXml/item5.xml><?xml version="1.0" encoding="utf-8"?>
<Application xmlns="http://www.sap.com/cof/ao/powerpoint/application">
  <com.sap.ip.bi.pioneer>
    <Version>4</Version>
    <AAO_Revision>2.4.3.69599</AAO_Revision>
    <RefreshOnOpen>False</RefreshOnOpen>
    <PlanningModeSetToChangeMode>True</PlanningModeSetToChangeMode>
    <Cleaned>False</Cleaned>
    <ForcePromptOnInitialRefresh>False</ForcePromptOnInitialRefresh>
    <StorePromptsInDocument>True</StorePromptsInDocument>
    <MergeVariables>False</MergeVariables>
    <WorkingMode>Local</WorkingMode>
    <RefreshPlanningObjectsOnRefreshAll>True</RefreshPlanningObjectsOnRefreshAll>
    <Items/>
  </com.sap.ip.bi.pioneer>
</Application>
</file>

<file path=customXml/itemProps1.xml><?xml version="1.0" encoding="utf-8"?>
<ds:datastoreItem xmlns:ds="http://schemas.openxmlformats.org/officeDocument/2006/customXml" ds:itemID="{ECD2EE5E-95E8-4D20-8BF7-F411971572B2}">
  <ds:schemaRefs>
    <ds:schemaRef ds:uri="02e65969-a275-451e-983b-5f786f94244c"/>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http://www.w3.org/XML/1998/namespace"/>
    <ds:schemaRef ds:uri="http://schemas.microsoft.com/office/2006/metadata/properties"/>
    <ds:schemaRef ds:uri="http://purl.org/dc/terms/"/>
    <ds:schemaRef ds:uri="a0f6e51f-e14f-46c3-9e2d-f46a58ac5036"/>
    <ds:schemaRef ds:uri="http://purl.org/dc/dcmitype/"/>
  </ds:schemaRefs>
</ds:datastoreItem>
</file>

<file path=customXml/itemProps2.xml><?xml version="1.0" encoding="utf-8"?>
<ds:datastoreItem xmlns:ds="http://schemas.openxmlformats.org/officeDocument/2006/customXml" ds:itemID="{CDA42A57-4DA3-4898-89D7-5971823260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e65969-a275-451e-983b-5f786f94244c"/>
    <ds:schemaRef ds:uri="a0f6e51f-e14f-46c3-9e2d-f46a58ac50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90A856D-58AF-4781-A600-56AF6ECC4B30}">
  <ds:schemaRefs>
    <ds:schemaRef ds:uri="http://schemas.microsoft.com/sharepoint/v3/contenttype/forms"/>
  </ds:schemaRefs>
</ds:datastoreItem>
</file>

<file path=customXml/itemProps4.xml><?xml version="1.0" encoding="utf-8"?>
<ds:datastoreItem xmlns:ds="http://schemas.openxmlformats.org/officeDocument/2006/customXml" ds:itemID="{55F533CB-2F77-4DEB-8722-59509B6FF1E1}">
  <ds:schemaRefs>
    <ds:schemaRef ds:uri="http://www.sap.com/cof/powerpoint/application"/>
  </ds:schemaRefs>
</ds:datastoreItem>
</file>

<file path=customXml/itemProps5.xml><?xml version="1.0" encoding="utf-8"?>
<ds:datastoreItem xmlns:ds="http://schemas.openxmlformats.org/officeDocument/2006/customXml" ds:itemID="{E84C79D6-B8C3-417F-BA99-BFE0AC5722CC}">
  <ds:schemaRefs>
    <ds:schemaRef ds:uri="http://www.sap.com/cof/ao/powerpoint/application"/>
  </ds:schemaRefs>
</ds:datastoreItem>
</file>

<file path=docMetadata/LabelInfo.xml><?xml version="1.0" encoding="utf-8"?>
<clbl:labelList xmlns:clbl="http://schemas.microsoft.com/office/2020/mipLabelMetadata">
  <clbl:label id="{cc318280-7c9c-4662-8a9d-f5deee4d6fb7}" enabled="0" method="" siteId="{cc318280-7c9c-4662-8a9d-f5deee4d6fb7}" removed="1"/>
</clbl:labelList>
</file>

<file path=docProps/app.xml><?xml version="1.0" encoding="utf-8"?>
<Properties xmlns="http://schemas.openxmlformats.org/officeDocument/2006/extended-properties" xmlns:vt="http://schemas.openxmlformats.org/officeDocument/2006/docPropsVTypes">
  <TotalTime>1384</TotalTime>
  <Words>2193</Words>
  <Application>Microsoft Office PowerPoint</Application>
  <PresentationFormat>Widescreen</PresentationFormat>
  <Paragraphs>536</Paragraphs>
  <Slides>9</Slides>
  <Notes>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vt:i4>
      </vt:variant>
    </vt:vector>
  </HeadingPairs>
  <TitlesOfParts>
    <vt:vector size="20" baseType="lpstr">
      <vt:lpstr>Aptos</vt:lpstr>
      <vt:lpstr>Aptos Narrow</vt:lpstr>
      <vt:lpstr>Arial</vt:lpstr>
      <vt:lpstr>Calibri</vt:lpstr>
      <vt:lpstr>Calibri Light</vt:lpstr>
      <vt:lpstr>Courier New</vt:lpstr>
      <vt:lpstr>Georgia</vt:lpstr>
      <vt:lpstr>System Font Regular</vt:lpstr>
      <vt:lpstr>Wingdings</vt:lpstr>
      <vt:lpstr>1_Office Theme</vt:lpstr>
      <vt:lpstr>4_Office Theme</vt:lpstr>
      <vt:lpstr>Smithfield vs. Tyson 4Q 2025*</vt:lpstr>
      <vt:lpstr>Tyson’s Q4 Earnings Release </vt:lpstr>
      <vt:lpstr>Tyson – Sell Side Analyst Questions and Responses1</vt:lpstr>
      <vt:lpstr>Tyson Corporate Allocation Methodology</vt:lpstr>
      <vt:lpstr>Tyson Adj. Quarterly Profit and Allocation Detail</vt:lpstr>
      <vt:lpstr>Tyson Corporate Allocation Methodology1</vt:lpstr>
      <vt:lpstr>Tyson Amortization Summary1 </vt:lpstr>
      <vt:lpstr>US Pork vs. Tyson Pork Profit Trend1,2</vt:lpstr>
      <vt:lpstr>Packaged Meats vs. Tyson Prepared Foods Profit Trend1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Bacevich, Sam</dc:creator>
  <cp:lastModifiedBy>Bacevich, Sam</cp:lastModifiedBy>
  <cp:revision>1</cp:revision>
  <dcterms:created xsi:type="dcterms:W3CDTF">2026-02-02T19:30:00Z</dcterms:created>
  <dcterms:modified xsi:type="dcterms:W3CDTF">2026-03-02T14:35:31Z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0x010100978B8658EADCB24FB3AB2345C099C873</vt:lpwstr>
  </property>
  <property fmtid="{D5CDD505-2E9C-101B-9397-08002B2CF9AE}" pid="3" name="MediaServiceImageTags">
    <vt:lpwstr/>
  </property>
</Properties>
</file>